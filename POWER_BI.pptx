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Lst>
  <p:notesMasterIdLst>
    <p:notesMasterId r:id="rId27"/>
  </p:notesMasterIdLst>
  <p:sldIdLst>
    <p:sldId id="256" r:id="rId2"/>
    <p:sldId id="260" r:id="rId3"/>
    <p:sldId id="259" r:id="rId4"/>
    <p:sldId id="315" r:id="rId5"/>
    <p:sldId id="316" r:id="rId6"/>
    <p:sldId id="270" r:id="rId7"/>
    <p:sldId id="318" r:id="rId8"/>
    <p:sldId id="261" r:id="rId9"/>
    <p:sldId id="258" r:id="rId10"/>
    <p:sldId id="272" r:id="rId11"/>
    <p:sldId id="319" r:id="rId12"/>
    <p:sldId id="320" r:id="rId13"/>
    <p:sldId id="321" r:id="rId14"/>
    <p:sldId id="262" r:id="rId15"/>
    <p:sldId id="263" r:id="rId16"/>
    <p:sldId id="313" r:id="rId17"/>
    <p:sldId id="314" r:id="rId18"/>
    <p:sldId id="326" r:id="rId19"/>
    <p:sldId id="325" r:id="rId20"/>
    <p:sldId id="281" r:id="rId21"/>
    <p:sldId id="317" r:id="rId22"/>
    <p:sldId id="322" r:id="rId23"/>
    <p:sldId id="279" r:id="rId24"/>
    <p:sldId id="323" r:id="rId25"/>
    <p:sldId id="324" r:id="rId26"/>
  </p:sldIdLst>
  <p:sldSz cx="9144000" cy="5143500" type="screen16x9"/>
  <p:notesSz cx="6858000" cy="9144000"/>
  <p:embeddedFontLst>
    <p:embeddedFont>
      <p:font typeface="Arial Black" panose="020B0A04020102020204" pitchFamily="34" charset="0"/>
      <p:bold r:id="rId28"/>
    </p:embeddedFont>
    <p:embeddedFont>
      <p:font typeface="Arimo" panose="020B0604020202020204" charset="0"/>
      <p:regular r:id="rId29"/>
      <p:bold r:id="rId30"/>
      <p:italic r:id="rId31"/>
      <p:boldItalic r:id="rId32"/>
    </p:embeddedFont>
    <p:embeddedFont>
      <p:font typeface="Bebas Neue" panose="020B0604020202020204" charset="0"/>
      <p:regular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E7769E-D2AC-4332-B120-131187981BA7}">
  <a:tblStyle styleId="{95E7769E-D2AC-4332-B120-131187981BA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818" autoAdjust="0"/>
  </p:normalViewPr>
  <p:slideViewPr>
    <p:cSldViewPr snapToGrid="0">
      <p:cViewPr varScale="1">
        <p:scale>
          <a:sx n="67" d="100"/>
          <a:sy n="67" d="100"/>
        </p:scale>
        <p:origin x="126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f5e77e62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f5e77e62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gf5e6061853_0_4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6" name="Google Shape;496;gf5e6061853_0_4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2- </a:t>
            </a:r>
            <a:r>
              <a:rPr lang="fr-FR" dirty="0" err="1"/>
              <a:t>apres</a:t>
            </a:r>
            <a:r>
              <a:rPr lang="fr-FR" dirty="0"/>
              <a:t> on va discuter la </a:t>
            </a:r>
            <a:r>
              <a:rPr lang="fr-FR" dirty="0" err="1"/>
              <a:t>def</a:t>
            </a:r>
            <a:r>
              <a:rPr lang="fr-FR" dirty="0"/>
              <a:t> et les composants du power bi</a:t>
            </a:r>
          </a:p>
          <a:p>
            <a:pPr marL="0" lvl="0" indent="0" algn="l" rtl="0">
              <a:spcBef>
                <a:spcPts val="0"/>
              </a:spcBef>
              <a:spcAft>
                <a:spcPts val="0"/>
              </a:spcAft>
              <a:buNone/>
            </a:pPr>
            <a:r>
              <a:rPr lang="fr-FR" dirty="0"/>
              <a:t>3- </a:t>
            </a:r>
            <a:r>
              <a:rPr lang="fr-FR" dirty="0" err="1"/>
              <a:t>troisiement</a:t>
            </a:r>
            <a:r>
              <a:rPr lang="fr-FR" dirty="0"/>
              <a:t> on va comparer </a:t>
            </a:r>
            <a:r>
              <a:rPr lang="fr-FR" dirty="0" err="1"/>
              <a:t>powerbi</a:t>
            </a:r>
            <a:r>
              <a:rPr lang="fr-FR" dirty="0"/>
              <a:t> avec tableau</a:t>
            </a:r>
          </a:p>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f5e77e6543_0_1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f5e77e6543_0_1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gf5e6061853_0_4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6" name="Google Shape;496;gf5e6061853_0_4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Comme vous savez chaque jour les </a:t>
            </a:r>
            <a:r>
              <a:rPr lang="fr-FR" dirty="0" err="1"/>
              <a:t>activites</a:t>
            </a:r>
            <a:r>
              <a:rPr lang="fr-FR" dirty="0"/>
              <a:t> des entreprise </a:t>
            </a:r>
            <a:r>
              <a:rPr lang="fr-FR" dirty="0" err="1"/>
              <a:t>generent</a:t>
            </a:r>
            <a:r>
              <a:rPr lang="fr-FR" dirty="0"/>
              <a:t> des </a:t>
            </a:r>
            <a:r>
              <a:rPr lang="fr-FR" dirty="0" err="1"/>
              <a:t>quantites</a:t>
            </a:r>
            <a:r>
              <a:rPr lang="fr-FR" dirty="0"/>
              <a:t> important des </a:t>
            </a:r>
            <a:r>
              <a:rPr lang="fr-FR" dirty="0" err="1"/>
              <a:t>donnees</a:t>
            </a:r>
            <a:r>
              <a:rPr lang="fr-FR" dirty="0"/>
              <a:t> .</a:t>
            </a:r>
          </a:p>
          <a:p>
            <a:pPr marL="0" lvl="0" indent="0" algn="l" rtl="0">
              <a:spcBef>
                <a:spcPts val="0"/>
              </a:spcBef>
              <a:spcAft>
                <a:spcPts val="0"/>
              </a:spcAft>
              <a:buNone/>
            </a:pPr>
            <a:r>
              <a:rPr lang="fr-FR" dirty="0"/>
              <a:t>Ces </a:t>
            </a:r>
            <a:r>
              <a:rPr lang="fr-FR" dirty="0" err="1"/>
              <a:t>donnees</a:t>
            </a:r>
            <a:r>
              <a:rPr lang="fr-FR" dirty="0"/>
              <a:t> sont </a:t>
            </a:r>
            <a:r>
              <a:rPr lang="fr-FR" dirty="0" err="1"/>
              <a:t>generalement</a:t>
            </a:r>
            <a:r>
              <a:rPr lang="fr-FR" dirty="0"/>
              <a:t> </a:t>
            </a:r>
            <a:r>
              <a:rPr lang="fr-FR" dirty="0" err="1"/>
              <a:t>eparpille</a:t>
            </a:r>
            <a:r>
              <a:rPr lang="fr-FR" dirty="0"/>
              <a:t> dans des fichier xml, texte, csv dans le web </a:t>
            </a:r>
            <a:r>
              <a:rPr lang="fr-FR" dirty="0" err="1"/>
              <a:t>dant</a:t>
            </a:r>
            <a:r>
              <a:rPr lang="fr-FR" dirty="0"/>
              <a:t> des bases de </a:t>
            </a:r>
            <a:r>
              <a:rPr lang="fr-FR" dirty="0" err="1"/>
              <a:t>donnees</a:t>
            </a:r>
            <a:r>
              <a:rPr lang="fr-FR" dirty="0"/>
              <a:t> soit oracle, </a:t>
            </a:r>
            <a:r>
              <a:rPr lang="fr-FR" dirty="0" err="1"/>
              <a:t>sql</a:t>
            </a:r>
            <a:r>
              <a:rPr lang="fr-FR" dirty="0"/>
              <a:t> server, </a:t>
            </a:r>
            <a:r>
              <a:rPr lang="fr-FR" dirty="0" err="1"/>
              <a:t>acces</a:t>
            </a:r>
            <a:r>
              <a:rPr lang="fr-FR" dirty="0"/>
              <a:t>  et  des diff types de base de </a:t>
            </a:r>
            <a:r>
              <a:rPr lang="fr-FR" dirty="0" err="1"/>
              <a:t>donnees</a:t>
            </a:r>
            <a:r>
              <a:rPr lang="fr-FR" dirty="0"/>
              <a:t> .</a:t>
            </a:r>
          </a:p>
          <a:p>
            <a:pPr marL="0" lvl="0" indent="0" algn="l" rtl="0">
              <a:spcBef>
                <a:spcPts val="0"/>
              </a:spcBef>
              <a:spcAft>
                <a:spcPts val="0"/>
              </a:spcAft>
              <a:buNone/>
            </a:pPr>
            <a:r>
              <a:rPr lang="fr-FR" dirty="0"/>
              <a:t>Cependant afin d’augmenter leur performance des petites et les grand entreprise ou les organisation de manière </a:t>
            </a:r>
            <a:r>
              <a:rPr lang="fr-FR" dirty="0" err="1"/>
              <a:t>generale</a:t>
            </a:r>
            <a:r>
              <a:rPr lang="fr-FR" dirty="0"/>
              <a:t> doivent utiliser l’information </a:t>
            </a:r>
            <a:r>
              <a:rPr lang="fr-FR" dirty="0" err="1"/>
              <a:t>decisionnelle</a:t>
            </a:r>
            <a:r>
              <a:rPr lang="fr-FR" dirty="0"/>
              <a:t> est ce qu’on appelle BI  pour exploiter ces </a:t>
            </a:r>
            <a:r>
              <a:rPr lang="fr-FR" dirty="0" err="1"/>
              <a:t>donnees</a:t>
            </a:r>
            <a:r>
              <a:rPr lang="fr-FR" dirty="0"/>
              <a:t> .</a:t>
            </a:r>
            <a:endParaRPr dirty="0"/>
          </a:p>
        </p:txBody>
      </p:sp>
    </p:spTree>
    <p:extLst>
      <p:ext uri="{BB962C8B-B14F-4D97-AF65-F5344CB8AC3E}">
        <p14:creationId xmlns:p14="http://schemas.microsoft.com/office/powerpoint/2010/main" val="2858825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gf5e6061853_0_4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6" name="Google Shape;496;gf5e6061853_0_4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Tout simplement c’est quoi un processus a</a:t>
            </a:r>
          </a:p>
          <a:p>
            <a:pPr marL="0" lvl="0" indent="0" algn="l" rtl="0">
              <a:spcBef>
                <a:spcPts val="0"/>
              </a:spcBef>
              <a:spcAft>
                <a:spcPts val="0"/>
              </a:spcAft>
              <a:buNone/>
            </a:pPr>
            <a:r>
              <a:rPr lang="fr-FR" dirty="0"/>
              <a:t>Alors qui consiste a collecter, organiser et </a:t>
            </a:r>
            <a:r>
              <a:rPr lang="fr-FR" dirty="0" err="1"/>
              <a:t>analysees</a:t>
            </a:r>
            <a:r>
              <a:rPr lang="fr-FR" dirty="0"/>
              <a:t> d’une manière efficaces les </a:t>
            </a:r>
            <a:r>
              <a:rPr lang="fr-FR" dirty="0" err="1"/>
              <a:t>donnees</a:t>
            </a:r>
            <a:r>
              <a:rPr lang="fr-FR" dirty="0"/>
              <a:t>.</a:t>
            </a:r>
          </a:p>
          <a:p>
            <a:pPr marL="0" lvl="0" indent="0" algn="l" rtl="0">
              <a:spcBef>
                <a:spcPts val="0"/>
              </a:spcBef>
              <a:spcAft>
                <a:spcPts val="0"/>
              </a:spcAft>
              <a:buNone/>
            </a:pPr>
            <a:r>
              <a:rPr lang="fr-FR" dirty="0"/>
              <a:t>Une fois ces </a:t>
            </a:r>
            <a:r>
              <a:rPr lang="fr-FR" dirty="0" err="1"/>
              <a:t>donnees</a:t>
            </a:r>
            <a:r>
              <a:rPr lang="fr-FR" dirty="0"/>
              <a:t> sont </a:t>
            </a:r>
            <a:r>
              <a:rPr lang="fr-FR" dirty="0" err="1"/>
              <a:t>traitees</a:t>
            </a:r>
            <a:r>
              <a:rPr lang="fr-FR" dirty="0"/>
              <a:t> et analyser alors ils deviennent un tableau de bord de l’entreprise</a:t>
            </a:r>
            <a:endParaRPr dirty="0"/>
          </a:p>
        </p:txBody>
      </p:sp>
    </p:spTree>
    <p:extLst>
      <p:ext uri="{BB962C8B-B14F-4D97-AF65-F5344CB8AC3E}">
        <p14:creationId xmlns:p14="http://schemas.microsoft.com/office/powerpoint/2010/main" val="15009489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7"/>
        <p:cNvGrpSpPr/>
        <p:nvPr/>
      </p:nvGrpSpPr>
      <p:grpSpPr>
        <a:xfrm>
          <a:off x="0" y="0"/>
          <a:ext cx="0" cy="0"/>
          <a:chOff x="0" y="0"/>
          <a:chExt cx="0" cy="0"/>
        </a:xfrm>
      </p:grpSpPr>
      <p:sp>
        <p:nvSpPr>
          <p:cNvPr id="1148" name="Google Shape;1148;gf61a32cbe2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9" name="Google Shape;1149;gf61a32cbe2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solidFill>
                  <a:schemeClr val="dk1"/>
                </a:solidFill>
                <a:latin typeface="Arimo"/>
                <a:ea typeface="Arimo"/>
                <a:cs typeface="Arimo"/>
                <a:sym typeface="Arimo"/>
              </a:rPr>
              <a:t>Ce tableau de nord permet aux dirigeants de È</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err="1">
                <a:solidFill>
                  <a:schemeClr val="dk1"/>
                </a:solidFill>
                <a:latin typeface="Arimo"/>
                <a:ea typeface="Arimo"/>
                <a:cs typeface="Arimo"/>
                <a:sym typeface="Arimo"/>
              </a:rPr>
              <a:t>Repondre</a:t>
            </a:r>
            <a:r>
              <a:rPr lang="fr-FR" dirty="0">
                <a:solidFill>
                  <a:schemeClr val="dk1"/>
                </a:solidFill>
                <a:latin typeface="Arimo"/>
                <a:ea typeface="Arimo"/>
                <a:cs typeface="Arimo"/>
                <a:sym typeface="Arimo"/>
              </a:rPr>
              <a:t> a leur question.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solidFill>
                  <a:schemeClr val="dk1"/>
                </a:solidFill>
                <a:latin typeface="Arimo"/>
                <a:ea typeface="Arimo"/>
                <a:cs typeface="Arimo"/>
                <a:sym typeface="Arimo"/>
              </a:rPr>
              <a:t>Mesurer la </a:t>
            </a:r>
            <a:r>
              <a:rPr lang="fr-FR" dirty="0" err="1">
                <a:solidFill>
                  <a:schemeClr val="dk1"/>
                </a:solidFill>
                <a:latin typeface="Arimo"/>
                <a:ea typeface="Arimo"/>
                <a:cs typeface="Arimo"/>
                <a:sym typeface="Arimo"/>
              </a:rPr>
              <a:t>resultat</a:t>
            </a:r>
            <a:r>
              <a:rPr lang="fr-FR" dirty="0">
                <a:solidFill>
                  <a:schemeClr val="dk1"/>
                </a:solidFill>
                <a:latin typeface="Arimo"/>
                <a:ea typeface="Arimo"/>
                <a:cs typeface="Arimo"/>
                <a:sym typeface="Arimo"/>
              </a:rPr>
              <a:t> de l’</a:t>
            </a:r>
            <a:r>
              <a:rPr lang="fr-FR" dirty="0" err="1">
                <a:solidFill>
                  <a:schemeClr val="dk1"/>
                </a:solidFill>
                <a:latin typeface="Arimo"/>
                <a:ea typeface="Arimo"/>
                <a:cs typeface="Arimo"/>
                <a:sym typeface="Arimo"/>
              </a:rPr>
              <a:t>activite</a:t>
            </a:r>
            <a:r>
              <a:rPr lang="fr-FR" dirty="0">
                <a:solidFill>
                  <a:schemeClr val="dk1"/>
                </a:solidFill>
                <a:latin typeface="Arimo"/>
                <a:ea typeface="Arimo"/>
                <a:cs typeface="Arimo"/>
                <a:sym typeface="Arimo"/>
              </a:rPr>
              <a:t> de leur entreprise.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solidFill>
                  <a:schemeClr val="dk1"/>
                </a:solidFill>
                <a:latin typeface="Arimo"/>
                <a:ea typeface="Arimo"/>
                <a:cs typeface="Arimo"/>
                <a:sym typeface="Arimo"/>
              </a:rPr>
              <a:t>Avoir des indicateurs pour mieux piloter ces </a:t>
            </a:r>
            <a:r>
              <a:rPr lang="fr-FR" dirty="0" err="1">
                <a:solidFill>
                  <a:schemeClr val="dk1"/>
                </a:solidFill>
                <a:latin typeface="Arimo"/>
                <a:ea typeface="Arimo"/>
                <a:cs typeface="Arimo"/>
                <a:sym typeface="Arimo"/>
              </a:rPr>
              <a:t>acticite</a:t>
            </a:r>
            <a:r>
              <a:rPr lang="fr-FR" dirty="0">
                <a:solidFill>
                  <a:schemeClr val="dk1"/>
                </a:solidFill>
                <a:latin typeface="Arimo"/>
                <a:ea typeface="Arimo"/>
                <a:cs typeface="Arimo"/>
                <a:sym typeface="Arimo"/>
              </a:rPr>
              <a: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err="1">
                <a:solidFill>
                  <a:schemeClr val="dk1"/>
                </a:solidFill>
                <a:latin typeface="Arimo"/>
                <a:ea typeface="Arimo"/>
                <a:cs typeface="Arimo"/>
                <a:sym typeface="Arimo"/>
              </a:rPr>
              <a:t>Fournin</a:t>
            </a:r>
            <a:r>
              <a:rPr lang="fr-FR" dirty="0">
                <a:solidFill>
                  <a:schemeClr val="dk1"/>
                </a:solidFill>
                <a:latin typeface="Arimo"/>
                <a:ea typeface="Arimo"/>
                <a:cs typeface="Arimo"/>
                <a:sym typeface="Arimo"/>
              </a:rPr>
              <a:t> une aide a  </a:t>
            </a:r>
            <a:r>
              <a:rPr lang="fr-FR" dirty="0" err="1">
                <a:solidFill>
                  <a:schemeClr val="dk1"/>
                </a:solidFill>
                <a:latin typeface="Arimo"/>
                <a:ea typeface="Arimo"/>
                <a:cs typeface="Arimo"/>
                <a:sym typeface="Arimo"/>
              </a:rPr>
              <a:t>decision</a:t>
            </a:r>
            <a:r>
              <a:rPr lang="fr-FR" dirty="0">
                <a:solidFill>
                  <a:schemeClr val="dk1"/>
                </a:solidFill>
                <a:latin typeface="Arimo"/>
                <a:ea typeface="Arimo"/>
                <a:cs typeface="Arimo"/>
                <a:sym typeface="Arimo"/>
              </a:rPr>
              <a: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fr-FR" dirty="0">
              <a:solidFill>
                <a:schemeClr val="dk1"/>
              </a:solidFill>
              <a:latin typeface="Arimo"/>
              <a:ea typeface="Arimo"/>
              <a:cs typeface="Arimo"/>
              <a:sym typeface="Arimo"/>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fr-FR" dirty="0">
              <a:solidFill>
                <a:schemeClr val="dk1"/>
              </a:solidFill>
              <a:latin typeface="Arimo"/>
              <a:ea typeface="Arimo"/>
              <a:cs typeface="Arimo"/>
              <a:sym typeface="Arimo"/>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fr-FR" dirty="0">
              <a:solidFill>
                <a:schemeClr val="dk1"/>
              </a:solidFill>
              <a:latin typeface="Arimo"/>
              <a:ea typeface="Arimo"/>
              <a:cs typeface="Arimo"/>
              <a:sym typeface="Arim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f5e77e6543_0_1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f5e77e6543_0_1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833940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gf5e6061853_0_5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3" name="Google Shape;553;gf5e6061853_0_5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b="0" i="0" dirty="0">
                <a:solidFill>
                  <a:srgbClr val="374151"/>
                </a:solidFill>
                <a:effectLst/>
                <a:latin typeface="Söhne"/>
              </a:rPr>
              <a:t> Ces trois canaux sont:</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f61a32cbe2_1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f61a32cbe2_1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5"/>
        <p:cNvGrpSpPr/>
        <p:nvPr/>
      </p:nvGrpSpPr>
      <p:grpSpPr>
        <a:xfrm>
          <a:off x="0" y="0"/>
          <a:ext cx="0" cy="0"/>
          <a:chOff x="0" y="0"/>
          <a:chExt cx="0" cy="0"/>
        </a:xfrm>
      </p:grpSpPr>
      <p:sp>
        <p:nvSpPr>
          <p:cNvPr id="1246" name="Google Shape;1246;gf5e77e6543_0_3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7" name="Google Shape;1247;gf5e77e6543_0_3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Permet de se</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5"/>
        <p:cNvGrpSpPr/>
        <p:nvPr/>
      </p:nvGrpSpPr>
      <p:grpSpPr>
        <a:xfrm>
          <a:off x="0" y="0"/>
          <a:ext cx="0" cy="0"/>
          <a:chOff x="0" y="0"/>
          <a:chExt cx="0" cy="0"/>
        </a:xfrm>
      </p:grpSpPr>
      <p:sp>
        <p:nvSpPr>
          <p:cNvPr id="1246" name="Google Shape;1246;gf5e77e6543_0_3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7" name="Google Shape;1247;gf5e77e6543_0_3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Permet de se</a:t>
            </a:r>
            <a:endParaRPr dirty="0"/>
          </a:p>
        </p:txBody>
      </p:sp>
    </p:spTree>
    <p:extLst>
      <p:ext uri="{BB962C8B-B14F-4D97-AF65-F5344CB8AC3E}">
        <p14:creationId xmlns:p14="http://schemas.microsoft.com/office/powerpoint/2010/main" val="2872336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5"/>
        <p:cNvGrpSpPr/>
        <p:nvPr/>
      </p:nvGrpSpPr>
      <p:grpSpPr>
        <a:xfrm>
          <a:off x="0" y="0"/>
          <a:ext cx="0" cy="0"/>
          <a:chOff x="0" y="0"/>
          <a:chExt cx="0" cy="0"/>
        </a:xfrm>
      </p:grpSpPr>
      <p:sp>
        <p:nvSpPr>
          <p:cNvPr id="1246" name="Google Shape;1246;gf5e77e6543_0_3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7" name="Google Shape;1247;gf5e77e6543_0_3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Permet de se</a:t>
            </a:r>
            <a:endParaRPr dirty="0"/>
          </a:p>
        </p:txBody>
      </p:sp>
    </p:spTree>
    <p:extLst>
      <p:ext uri="{BB962C8B-B14F-4D97-AF65-F5344CB8AC3E}">
        <p14:creationId xmlns:p14="http://schemas.microsoft.com/office/powerpoint/2010/main" val="29047936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f61a32cbe2_1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f61a32cbe2_1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27310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gf5e77e6543_0_3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2" name="Google Shape;642;gf5e77e6543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f61a32cbe2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f61a32cbe2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1-Elle est conçue pour être facile à utiliser, avec une navigation fluide et une disposition visuelle claire. Cela facilite la prise en main pour les nouveaux utilisateurs, offrant une expérience conviviale dès le départ. </a:t>
            </a:r>
          </a:p>
          <a:p>
            <a:pPr marL="0" lvl="0" indent="0" algn="l" rtl="0">
              <a:spcBef>
                <a:spcPts val="0"/>
              </a:spcBef>
              <a:spcAft>
                <a:spcPts val="0"/>
              </a:spcAft>
              <a:buNone/>
            </a:pPr>
            <a:r>
              <a:rPr lang="fr-FR" dirty="0"/>
              <a:t>2-Tableau propose une interface également conviviale, mais elle se caractérise par une plus grande flexibilité – texte -- surtout pour les débutants ou ceux qui n'ont pas encore exploré toutes les fonctionnalités offertes par Tableau.</a:t>
            </a:r>
          </a:p>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f61a32cbe2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f61a32cbe2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Power BI et Tableau ont des forces similaires en termes de visualisation de données, mais leur approche peut varier légèrement.</a:t>
            </a:r>
          </a:p>
          <a:p>
            <a:pPr marL="0" lvl="0" indent="0" algn="l" rtl="0">
              <a:spcBef>
                <a:spcPts val="0"/>
              </a:spcBef>
              <a:spcAft>
                <a:spcPts val="0"/>
              </a:spcAft>
              <a:buNone/>
            </a:pPr>
            <a:r>
              <a:rPr lang="fr-FR" dirty="0" err="1"/>
              <a:t>Powerbi</a:t>
            </a:r>
            <a:r>
              <a:rPr lang="fr-FR" dirty="0"/>
              <a:t> ….</a:t>
            </a:r>
          </a:p>
          <a:p>
            <a:pPr marL="0" lvl="0" indent="0" algn="l" rtl="0">
              <a:spcBef>
                <a:spcPts val="0"/>
              </a:spcBef>
              <a:spcAft>
                <a:spcPts val="0"/>
              </a:spcAft>
              <a:buNone/>
            </a:pPr>
            <a:r>
              <a:rPr lang="fr-FR" dirty="0"/>
              <a:t>tandis que Tableau est réputé pour ses fonctionnalités analytiques avancées et sa réputation dans la création </a:t>
            </a:r>
          </a:p>
          <a:p>
            <a:pPr marL="0" lvl="0" indent="0" algn="l" rtl="0">
              <a:spcBef>
                <a:spcPts val="0"/>
              </a:spcBef>
              <a:spcAft>
                <a:spcPts val="0"/>
              </a:spcAft>
              <a:buNone/>
            </a:pPr>
            <a:r>
              <a:rPr lang="fr-FR" dirty="0"/>
              <a:t>de visualisations complexes.</a:t>
            </a:r>
            <a:endParaRPr dirty="0"/>
          </a:p>
        </p:txBody>
      </p:sp>
    </p:spTree>
    <p:extLst>
      <p:ext uri="{BB962C8B-B14F-4D97-AF65-F5344CB8AC3E}">
        <p14:creationId xmlns:p14="http://schemas.microsoft.com/office/powerpoint/2010/main" val="32951469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f61a32cbe2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f61a32cbe2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Power BI et Tableau offrent tous deux une connectivité étendue aux sources de données.</a:t>
            </a:r>
          </a:p>
          <a:p>
            <a:pPr marL="0" lvl="0" indent="0" algn="l" rtl="0">
              <a:spcBef>
                <a:spcPts val="0"/>
              </a:spcBef>
              <a:spcAft>
                <a:spcPts val="0"/>
              </a:spcAft>
              <a:buNone/>
            </a:pPr>
            <a:r>
              <a:rPr lang="fr-FR" dirty="0"/>
              <a:t>Power BI se démarque par son …….. Tandis que tableau a ……. et offre des options avancées pour se connecter à différentes sources de données.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3522069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f61a32cbe2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f61a32cbe2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Power bi ….. Et la capacite de stockage </a:t>
            </a:r>
            <a:r>
              <a:rPr lang="fr-FR" dirty="0" err="1"/>
              <a:t>necessaire</a:t>
            </a:r>
            <a:r>
              <a:rPr lang="fr-FR" dirty="0"/>
              <a:t> </a:t>
            </a:r>
          </a:p>
          <a:p>
            <a:pPr marL="0" lvl="0" indent="0" algn="l" rtl="0">
              <a:spcBef>
                <a:spcPts val="0"/>
              </a:spcBef>
              <a:spcAft>
                <a:spcPts val="0"/>
              </a:spcAft>
              <a:buNone/>
            </a:pPr>
            <a:r>
              <a:rPr lang="fr-FR" dirty="0"/>
              <a:t>Et Tableau propose des coûts initiaux généralement plus élevés avec différents niveaux d'édition offrant des fonctionnalités évolutives. </a:t>
            </a:r>
            <a:endParaRPr dirty="0"/>
          </a:p>
        </p:txBody>
      </p:sp>
    </p:spTree>
    <p:extLst>
      <p:ext uri="{BB962C8B-B14F-4D97-AF65-F5344CB8AC3E}">
        <p14:creationId xmlns:p14="http://schemas.microsoft.com/office/powerpoint/2010/main" val="17246799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gf5e77e6543_0_3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2" name="Google Shape;642;gf5e77e6543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13050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0"/>
        <p:cNvGrpSpPr/>
        <p:nvPr/>
      </p:nvGrpSpPr>
      <p:grpSpPr>
        <a:xfrm>
          <a:off x="0" y="0"/>
          <a:ext cx="0" cy="0"/>
          <a:chOff x="0" y="0"/>
          <a:chExt cx="0" cy="0"/>
        </a:xfrm>
      </p:grpSpPr>
      <p:sp>
        <p:nvSpPr>
          <p:cNvPr id="1741" name="Google Shape;1741;gf5e77e6543_0_9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2" name="Google Shape;1742;gf5e77e6543_0_9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Facilité d'utilisation : Son interface conviviale et intuitive permet aux utilisateurs de créer des visualisations de données complexes sans nécessiter une expertise technique approfondie.</a:t>
            </a:r>
          </a:p>
          <a:p>
            <a:pPr marL="0" lvl="0" indent="0" algn="l" rtl="0">
              <a:spcBef>
                <a:spcPts val="0"/>
              </a:spcBef>
              <a:spcAft>
                <a:spcPts val="0"/>
              </a:spcAft>
              <a:buNone/>
            </a:pPr>
            <a:endParaRPr lang="fr-FR" dirty="0"/>
          </a:p>
          <a:p>
            <a:pPr marL="0" lvl="0" indent="0" algn="l" rtl="0">
              <a:spcBef>
                <a:spcPts val="0"/>
              </a:spcBef>
              <a:spcAft>
                <a:spcPts val="0"/>
              </a:spcAft>
              <a:buNone/>
            </a:pPr>
            <a:r>
              <a:rPr lang="fr-FR" dirty="0"/>
              <a:t>Intégration avec les produits Microsoft : Power BI s'intègre parfaitement avec d'autres outils Microsoft tels que Excel, Azure, SQL Server, et offre une continuité dans l'écosystème Microsoft.</a:t>
            </a:r>
          </a:p>
          <a:p>
            <a:pPr marL="0" lvl="0" indent="0" algn="l" rtl="0">
              <a:spcBef>
                <a:spcPts val="0"/>
              </a:spcBef>
              <a:spcAft>
                <a:spcPts val="0"/>
              </a:spcAft>
              <a:buNone/>
            </a:pPr>
            <a:endParaRPr lang="fr-FR" dirty="0"/>
          </a:p>
          <a:p>
            <a:pPr marL="0" lvl="0" indent="0" algn="l" rtl="0">
              <a:spcBef>
                <a:spcPts val="0"/>
              </a:spcBef>
              <a:spcAft>
                <a:spcPts val="0"/>
              </a:spcAft>
              <a:buNone/>
            </a:pPr>
            <a:r>
              <a:rPr lang="fr-FR" dirty="0"/>
              <a:t>Large gamme de visualisations : Il propose une grande variété de visualisations interactives et personnalisables, offrant ainsi la possibilité de représenter les données de différentes manières pour répondre aux besoins spécifiques.</a:t>
            </a:r>
          </a:p>
          <a:p>
            <a:pPr marL="0" lvl="0" indent="0" algn="l" rtl="0">
              <a:spcBef>
                <a:spcPts val="0"/>
              </a:spcBef>
              <a:spcAft>
                <a:spcPts val="0"/>
              </a:spcAft>
              <a:buNone/>
            </a:pPr>
            <a:endParaRPr lang="fr-FR" dirty="0"/>
          </a:p>
          <a:p>
            <a:pPr marL="0" lvl="0" indent="0" algn="l" rtl="0">
              <a:spcBef>
                <a:spcPts val="0"/>
              </a:spcBef>
              <a:spcAft>
                <a:spcPts val="0"/>
              </a:spcAft>
              <a:buNone/>
            </a:pPr>
            <a:r>
              <a:rPr lang="fr-FR" dirty="0"/>
              <a:t>Connectivité aux multiples sources de données : Power BI se connecte facilement à une grande diversité de sources de données, qu'elles soient locales ou dans le cloud, permettant une agrégation facile des informations.</a:t>
            </a:r>
          </a:p>
          <a:p>
            <a:pPr marL="0" lvl="0" indent="0" algn="l" rtl="0">
              <a:spcBef>
                <a:spcPts val="0"/>
              </a:spcBef>
              <a:spcAft>
                <a:spcPts val="0"/>
              </a:spcAft>
              <a:buNone/>
            </a:pP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0"/>
        <p:cNvGrpSpPr/>
        <p:nvPr/>
      </p:nvGrpSpPr>
      <p:grpSpPr>
        <a:xfrm>
          <a:off x="0" y="0"/>
          <a:ext cx="0" cy="0"/>
          <a:chOff x="0" y="0"/>
          <a:chExt cx="0" cy="0"/>
        </a:xfrm>
      </p:grpSpPr>
      <p:sp>
        <p:nvSpPr>
          <p:cNvPr id="1741" name="Google Shape;1741;gf5e77e6543_0_9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2" name="Google Shape;1742;gf5e77e6543_0_9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Complexité pour les débutants : Bien que l'interface soit conviviale, la courbe d'apprentissage peut être abrupte pour les utilisateurs débutants qui cherchent à explorer des fonctionnalités plus avancées.</a:t>
            </a:r>
          </a:p>
          <a:p>
            <a:pPr marL="0" lvl="0" indent="0" algn="l" rtl="0">
              <a:spcBef>
                <a:spcPts val="0"/>
              </a:spcBef>
              <a:spcAft>
                <a:spcPts val="0"/>
              </a:spcAft>
              <a:buNone/>
            </a:pPr>
            <a:endParaRPr lang="fr-FR" dirty="0"/>
          </a:p>
          <a:p>
            <a:pPr marL="0" lvl="0" indent="0" algn="l" rtl="0">
              <a:spcBef>
                <a:spcPts val="0"/>
              </a:spcBef>
              <a:spcAft>
                <a:spcPts val="0"/>
              </a:spcAft>
              <a:buNone/>
            </a:pPr>
            <a:r>
              <a:rPr lang="fr-FR" dirty="0"/>
              <a:t>Limites dans les versions gratuites : La version gratuite de Power BI a des limitations en termes de capacité de stockage de données et de fonctionnalités avancées, nécessitant souvent un passage à une version payante pour les besoins professionnels.</a:t>
            </a:r>
          </a:p>
          <a:p>
            <a:pPr marL="0" lvl="0" indent="0" algn="l" rtl="0">
              <a:spcBef>
                <a:spcPts val="0"/>
              </a:spcBef>
              <a:spcAft>
                <a:spcPts val="0"/>
              </a:spcAft>
              <a:buNone/>
            </a:pPr>
            <a:endParaRPr lang="fr-FR" dirty="0"/>
          </a:p>
          <a:p>
            <a:pPr marL="0" lvl="0" indent="0" algn="l" rtl="0">
              <a:spcBef>
                <a:spcPts val="0"/>
              </a:spcBef>
              <a:spcAft>
                <a:spcPts val="0"/>
              </a:spcAft>
              <a:buNone/>
            </a:pPr>
            <a:r>
              <a:rPr lang="fr-FR" dirty="0"/>
              <a:t>Personnalisation avancée limitée : Malgré la variété de visualisations disponibles, la personnalisation avancée peut être limitée par rapport à d'autres outils plus spécialisés.</a:t>
            </a:r>
            <a:endParaRPr dirty="0"/>
          </a:p>
        </p:txBody>
      </p:sp>
    </p:spTree>
    <p:extLst>
      <p:ext uri="{BB962C8B-B14F-4D97-AF65-F5344CB8AC3E}">
        <p14:creationId xmlns:p14="http://schemas.microsoft.com/office/powerpoint/2010/main" val="277201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gf5e77e6543_0_3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2" name="Google Shape;642;gf5e77e6543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47066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1"/>
        <p:cNvGrpSpPr/>
        <p:nvPr/>
      </p:nvGrpSpPr>
      <p:grpSpPr>
        <a:xfrm>
          <a:off x="0" y="0"/>
          <a:ext cx="0" cy="0"/>
          <a:chOff x="0" y="0"/>
          <a:chExt cx="0" cy="0"/>
        </a:xfrm>
      </p:grpSpPr>
      <p:sp>
        <p:nvSpPr>
          <p:cNvPr id="1612" name="Google Shape;1612;gf5e77e6543_0_8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3" name="Google Shape;1613;gf5e77e6543_0_8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gf5e77e6543_0_3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2" name="Google Shape;642;gf5e77e6543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771207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gf5e77e6543_0_3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2" name="Google Shape;642;gf5e77e6543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20381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4300" y="1079004"/>
            <a:ext cx="5007300" cy="21948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6800">
                <a:latin typeface="Bebas Neue"/>
                <a:ea typeface="Bebas Neue"/>
                <a:cs typeface="Bebas Neue"/>
                <a:sym typeface="Bebas Neu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852563" y="3464767"/>
            <a:ext cx="3815400" cy="214800"/>
          </a:xfrm>
          <a:prstGeom prst="rect">
            <a:avLst/>
          </a:prstGeom>
          <a:noFill/>
        </p:spPr>
        <p:txBody>
          <a:bodyPr spcFirstLastPara="1" wrap="square" lIns="91425" tIns="91425" rIns="91425" bIns="91425" anchor="ctr" anchorCtr="0">
            <a:noAutofit/>
          </a:bodyPr>
          <a:lstStyle>
            <a:lvl1pPr lvl="0">
              <a:lnSpc>
                <a:spcPct val="100000"/>
              </a:lnSpc>
              <a:spcBef>
                <a:spcPts val="0"/>
              </a:spcBef>
              <a:spcAft>
                <a:spcPts val="0"/>
              </a:spcAft>
              <a:buSzPts val="1800"/>
              <a:buNone/>
              <a:defRPr sz="1600">
                <a:latin typeface="Arimo"/>
                <a:ea typeface="Arimo"/>
                <a:cs typeface="Arimo"/>
                <a:sym typeface="Arimo"/>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cxnSp>
        <p:nvCxnSpPr>
          <p:cNvPr id="11" name="Google Shape;11;p2"/>
          <p:cNvCxnSpPr/>
          <p:nvPr/>
        </p:nvCxnSpPr>
        <p:spPr>
          <a:xfrm>
            <a:off x="706050" y="539450"/>
            <a:ext cx="7731900" cy="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a:off x="706050" y="4604450"/>
            <a:ext cx="77319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6"/>
          <p:cNvSpPr txBox="1">
            <a:spLocks noGrp="1"/>
          </p:cNvSpPr>
          <p:nvPr>
            <p:ph type="title"/>
          </p:nvPr>
        </p:nvSpPr>
        <p:spPr>
          <a:xfrm>
            <a:off x="714300" y="553450"/>
            <a:ext cx="7715400" cy="605700"/>
          </a:xfrm>
          <a:prstGeom prst="rect">
            <a:avLst/>
          </a:prstGeom>
        </p:spPr>
        <p:txBody>
          <a:bodyPr spcFirstLastPara="1" wrap="square" lIns="91425" tIns="91425" rIns="91425" bIns="91425" anchor="t" anchorCtr="0">
            <a:noAutofit/>
          </a:bodyPr>
          <a:lstStyle>
            <a:lvl1pPr lvl="0" rtl="0">
              <a:spcBef>
                <a:spcPts val="0"/>
              </a:spcBef>
              <a:spcAft>
                <a:spcPts val="0"/>
              </a:spcAft>
              <a:buSzPts val="3900"/>
              <a:buNone/>
              <a:defRPr/>
            </a:lvl1pPr>
            <a:lvl2pPr lvl="1" rtl="0">
              <a:spcBef>
                <a:spcPts val="0"/>
              </a:spcBef>
              <a:spcAft>
                <a:spcPts val="0"/>
              </a:spcAft>
              <a:buSzPts val="3900"/>
              <a:buNone/>
              <a:defRPr/>
            </a:lvl2pPr>
            <a:lvl3pPr lvl="2" rtl="0">
              <a:spcBef>
                <a:spcPts val="0"/>
              </a:spcBef>
              <a:spcAft>
                <a:spcPts val="0"/>
              </a:spcAft>
              <a:buSzPts val="3900"/>
              <a:buNone/>
              <a:defRPr/>
            </a:lvl3pPr>
            <a:lvl4pPr lvl="3" rtl="0">
              <a:spcBef>
                <a:spcPts val="0"/>
              </a:spcBef>
              <a:spcAft>
                <a:spcPts val="0"/>
              </a:spcAft>
              <a:buSzPts val="3900"/>
              <a:buNone/>
              <a:defRPr/>
            </a:lvl4pPr>
            <a:lvl5pPr lvl="4" rtl="0">
              <a:spcBef>
                <a:spcPts val="0"/>
              </a:spcBef>
              <a:spcAft>
                <a:spcPts val="0"/>
              </a:spcAft>
              <a:buSzPts val="3900"/>
              <a:buNone/>
              <a:defRPr/>
            </a:lvl5pPr>
            <a:lvl6pPr lvl="5" rtl="0">
              <a:spcBef>
                <a:spcPts val="0"/>
              </a:spcBef>
              <a:spcAft>
                <a:spcPts val="0"/>
              </a:spcAft>
              <a:buSzPts val="3900"/>
              <a:buNone/>
              <a:defRPr/>
            </a:lvl6pPr>
            <a:lvl7pPr lvl="6" rtl="0">
              <a:spcBef>
                <a:spcPts val="0"/>
              </a:spcBef>
              <a:spcAft>
                <a:spcPts val="0"/>
              </a:spcAft>
              <a:buSzPts val="3900"/>
              <a:buNone/>
              <a:defRPr/>
            </a:lvl7pPr>
            <a:lvl8pPr lvl="7" rtl="0">
              <a:spcBef>
                <a:spcPts val="0"/>
              </a:spcBef>
              <a:spcAft>
                <a:spcPts val="0"/>
              </a:spcAft>
              <a:buSzPts val="3900"/>
              <a:buNone/>
              <a:defRPr/>
            </a:lvl8pPr>
            <a:lvl9pPr lvl="8" rtl="0">
              <a:spcBef>
                <a:spcPts val="0"/>
              </a:spcBef>
              <a:spcAft>
                <a:spcPts val="0"/>
              </a:spcAft>
              <a:buSzPts val="3900"/>
              <a:buNone/>
              <a:defRPr/>
            </a:lvl9pPr>
          </a:lstStyle>
          <a:p>
            <a:endParaRPr/>
          </a:p>
        </p:txBody>
      </p:sp>
      <p:cxnSp>
        <p:nvCxnSpPr>
          <p:cNvPr id="34" name="Google Shape;34;p6"/>
          <p:cNvCxnSpPr/>
          <p:nvPr/>
        </p:nvCxnSpPr>
        <p:spPr>
          <a:xfrm>
            <a:off x="706050" y="539450"/>
            <a:ext cx="7731900" cy="0"/>
          </a:xfrm>
          <a:prstGeom prst="straightConnector1">
            <a:avLst/>
          </a:prstGeom>
          <a:noFill/>
          <a:ln w="9525" cap="flat" cmpd="sng">
            <a:solidFill>
              <a:schemeClr val="dk1"/>
            </a:solidFill>
            <a:prstDash val="solid"/>
            <a:round/>
            <a:headEnd type="none" w="med" len="med"/>
            <a:tailEnd type="none" w="med" len="med"/>
          </a:ln>
        </p:spPr>
      </p:cxnSp>
      <p:cxnSp>
        <p:nvCxnSpPr>
          <p:cNvPr id="35" name="Google Shape;35;p6"/>
          <p:cNvCxnSpPr/>
          <p:nvPr/>
        </p:nvCxnSpPr>
        <p:spPr>
          <a:xfrm>
            <a:off x="706050" y="4604450"/>
            <a:ext cx="77319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txBox="1">
            <a:spLocks noGrp="1"/>
          </p:cNvSpPr>
          <p:nvPr>
            <p:ph type="subTitle" idx="1"/>
          </p:nvPr>
        </p:nvSpPr>
        <p:spPr>
          <a:xfrm>
            <a:off x="714300" y="1971675"/>
            <a:ext cx="3857700" cy="238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400"/>
              <a:buFont typeface="Anaheim"/>
              <a:buChar char="●"/>
              <a:defRPr sz="1400"/>
            </a:lvl1pPr>
            <a:lvl2pPr lvl="1" rtl="0">
              <a:lnSpc>
                <a:spcPct val="100000"/>
              </a:lnSpc>
              <a:spcBef>
                <a:spcPts val="0"/>
              </a:spcBef>
              <a:spcAft>
                <a:spcPts val="0"/>
              </a:spcAft>
              <a:buClr>
                <a:srgbClr val="595959"/>
              </a:buClr>
              <a:buSzPts val="1400"/>
              <a:buFont typeface="Anaheim"/>
              <a:buChar char="○"/>
              <a:defRPr/>
            </a:lvl2pPr>
            <a:lvl3pPr lvl="2" rtl="0">
              <a:lnSpc>
                <a:spcPct val="100000"/>
              </a:lnSpc>
              <a:spcBef>
                <a:spcPts val="0"/>
              </a:spcBef>
              <a:spcAft>
                <a:spcPts val="0"/>
              </a:spcAft>
              <a:buClr>
                <a:srgbClr val="595959"/>
              </a:buClr>
              <a:buSzPts val="1400"/>
              <a:buFont typeface="Anaheim"/>
              <a:buChar char="■"/>
              <a:defRPr/>
            </a:lvl3pPr>
            <a:lvl4pPr lvl="3" rtl="0">
              <a:lnSpc>
                <a:spcPct val="100000"/>
              </a:lnSpc>
              <a:spcBef>
                <a:spcPts val="0"/>
              </a:spcBef>
              <a:spcAft>
                <a:spcPts val="0"/>
              </a:spcAft>
              <a:buClr>
                <a:srgbClr val="595959"/>
              </a:buClr>
              <a:buSzPts val="1400"/>
              <a:buFont typeface="Anaheim"/>
              <a:buChar char="●"/>
              <a:defRPr/>
            </a:lvl4pPr>
            <a:lvl5pPr lvl="4" rtl="0">
              <a:lnSpc>
                <a:spcPct val="100000"/>
              </a:lnSpc>
              <a:spcBef>
                <a:spcPts val="0"/>
              </a:spcBef>
              <a:spcAft>
                <a:spcPts val="0"/>
              </a:spcAft>
              <a:buClr>
                <a:srgbClr val="595959"/>
              </a:buClr>
              <a:buSzPts val="1400"/>
              <a:buFont typeface="Anaheim"/>
              <a:buChar char="○"/>
              <a:defRPr/>
            </a:lvl5pPr>
            <a:lvl6pPr lvl="5" rtl="0">
              <a:lnSpc>
                <a:spcPct val="100000"/>
              </a:lnSpc>
              <a:spcBef>
                <a:spcPts val="0"/>
              </a:spcBef>
              <a:spcAft>
                <a:spcPts val="0"/>
              </a:spcAft>
              <a:buClr>
                <a:srgbClr val="595959"/>
              </a:buClr>
              <a:buSzPts val="1400"/>
              <a:buFont typeface="Anaheim"/>
              <a:buChar char="■"/>
              <a:defRPr/>
            </a:lvl6pPr>
            <a:lvl7pPr lvl="6" rtl="0">
              <a:lnSpc>
                <a:spcPct val="100000"/>
              </a:lnSpc>
              <a:spcBef>
                <a:spcPts val="0"/>
              </a:spcBef>
              <a:spcAft>
                <a:spcPts val="0"/>
              </a:spcAft>
              <a:buClr>
                <a:srgbClr val="595959"/>
              </a:buClr>
              <a:buSzPts val="1400"/>
              <a:buFont typeface="Anaheim"/>
              <a:buChar char="●"/>
              <a:defRPr/>
            </a:lvl7pPr>
            <a:lvl8pPr lvl="7" rtl="0">
              <a:lnSpc>
                <a:spcPct val="100000"/>
              </a:lnSpc>
              <a:spcBef>
                <a:spcPts val="0"/>
              </a:spcBef>
              <a:spcAft>
                <a:spcPts val="0"/>
              </a:spcAft>
              <a:buClr>
                <a:srgbClr val="595959"/>
              </a:buClr>
              <a:buSzPts val="1400"/>
              <a:buFont typeface="Anaheim"/>
              <a:buChar char="○"/>
              <a:defRPr/>
            </a:lvl8pPr>
            <a:lvl9pPr lvl="8" rtl="0">
              <a:lnSpc>
                <a:spcPct val="100000"/>
              </a:lnSpc>
              <a:spcBef>
                <a:spcPts val="0"/>
              </a:spcBef>
              <a:spcAft>
                <a:spcPts val="0"/>
              </a:spcAft>
              <a:buClr>
                <a:srgbClr val="595959"/>
              </a:buClr>
              <a:buSzPts val="1400"/>
              <a:buFont typeface="Anaheim"/>
              <a:buChar char="■"/>
              <a:defRPr/>
            </a:lvl9pPr>
          </a:lstStyle>
          <a:p>
            <a:endParaRPr/>
          </a:p>
        </p:txBody>
      </p:sp>
      <p:sp>
        <p:nvSpPr>
          <p:cNvPr id="38" name="Google Shape;38;p7"/>
          <p:cNvSpPr txBox="1">
            <a:spLocks noGrp="1"/>
          </p:cNvSpPr>
          <p:nvPr>
            <p:ph type="title"/>
          </p:nvPr>
        </p:nvSpPr>
        <p:spPr>
          <a:xfrm>
            <a:off x="714300" y="553450"/>
            <a:ext cx="3857700" cy="1246800"/>
          </a:xfrm>
          <a:prstGeom prst="rect">
            <a:avLst/>
          </a:prstGeom>
        </p:spPr>
        <p:txBody>
          <a:bodyPr spcFirstLastPara="1" wrap="square" lIns="91425" tIns="91425" rIns="91425" bIns="91425" anchor="t" anchorCtr="0">
            <a:noAutofit/>
          </a:bodyPr>
          <a:lstStyle>
            <a:lvl1pPr lvl="0" rtl="0">
              <a:spcBef>
                <a:spcPts val="0"/>
              </a:spcBef>
              <a:spcAft>
                <a:spcPts val="0"/>
              </a:spcAft>
              <a:buSzPts val="3900"/>
              <a:buNone/>
              <a:defRPr/>
            </a:lvl1pPr>
            <a:lvl2pPr lvl="1" rtl="0">
              <a:spcBef>
                <a:spcPts val="0"/>
              </a:spcBef>
              <a:spcAft>
                <a:spcPts val="0"/>
              </a:spcAft>
              <a:buSzPts val="3900"/>
              <a:buNone/>
              <a:defRPr/>
            </a:lvl2pPr>
            <a:lvl3pPr lvl="2" rtl="0">
              <a:spcBef>
                <a:spcPts val="0"/>
              </a:spcBef>
              <a:spcAft>
                <a:spcPts val="0"/>
              </a:spcAft>
              <a:buSzPts val="3900"/>
              <a:buNone/>
              <a:defRPr/>
            </a:lvl3pPr>
            <a:lvl4pPr lvl="3" rtl="0">
              <a:spcBef>
                <a:spcPts val="0"/>
              </a:spcBef>
              <a:spcAft>
                <a:spcPts val="0"/>
              </a:spcAft>
              <a:buSzPts val="3900"/>
              <a:buNone/>
              <a:defRPr/>
            </a:lvl4pPr>
            <a:lvl5pPr lvl="4" rtl="0">
              <a:spcBef>
                <a:spcPts val="0"/>
              </a:spcBef>
              <a:spcAft>
                <a:spcPts val="0"/>
              </a:spcAft>
              <a:buSzPts val="3900"/>
              <a:buNone/>
              <a:defRPr/>
            </a:lvl5pPr>
            <a:lvl6pPr lvl="5" rtl="0">
              <a:spcBef>
                <a:spcPts val="0"/>
              </a:spcBef>
              <a:spcAft>
                <a:spcPts val="0"/>
              </a:spcAft>
              <a:buSzPts val="3900"/>
              <a:buNone/>
              <a:defRPr/>
            </a:lvl6pPr>
            <a:lvl7pPr lvl="6" rtl="0">
              <a:spcBef>
                <a:spcPts val="0"/>
              </a:spcBef>
              <a:spcAft>
                <a:spcPts val="0"/>
              </a:spcAft>
              <a:buSzPts val="3900"/>
              <a:buNone/>
              <a:defRPr/>
            </a:lvl7pPr>
            <a:lvl8pPr lvl="7" rtl="0">
              <a:spcBef>
                <a:spcPts val="0"/>
              </a:spcBef>
              <a:spcAft>
                <a:spcPts val="0"/>
              </a:spcAft>
              <a:buSzPts val="3900"/>
              <a:buNone/>
              <a:defRPr/>
            </a:lvl8pPr>
            <a:lvl9pPr lvl="8" rtl="0">
              <a:spcBef>
                <a:spcPts val="0"/>
              </a:spcBef>
              <a:spcAft>
                <a:spcPts val="0"/>
              </a:spcAft>
              <a:buSzPts val="3900"/>
              <a:buNone/>
              <a:defRPr/>
            </a:lvl9pPr>
          </a:lstStyle>
          <a:p>
            <a:endParaRPr/>
          </a:p>
        </p:txBody>
      </p:sp>
      <p:cxnSp>
        <p:nvCxnSpPr>
          <p:cNvPr id="39" name="Google Shape;39;p7"/>
          <p:cNvCxnSpPr/>
          <p:nvPr/>
        </p:nvCxnSpPr>
        <p:spPr>
          <a:xfrm>
            <a:off x="706050" y="539450"/>
            <a:ext cx="7731900" cy="0"/>
          </a:xfrm>
          <a:prstGeom prst="straightConnector1">
            <a:avLst/>
          </a:prstGeom>
          <a:noFill/>
          <a:ln w="9525" cap="flat" cmpd="sng">
            <a:solidFill>
              <a:schemeClr val="dk1"/>
            </a:solidFill>
            <a:prstDash val="solid"/>
            <a:round/>
            <a:headEnd type="none" w="med" len="med"/>
            <a:tailEnd type="none" w="med" len="med"/>
          </a:ln>
        </p:spPr>
      </p:cxnSp>
      <p:cxnSp>
        <p:nvCxnSpPr>
          <p:cNvPr id="40" name="Google Shape;40;p7"/>
          <p:cNvCxnSpPr/>
          <p:nvPr/>
        </p:nvCxnSpPr>
        <p:spPr>
          <a:xfrm>
            <a:off x="706050" y="4604450"/>
            <a:ext cx="77319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txBox="1">
            <a:spLocks noGrp="1"/>
          </p:cNvSpPr>
          <p:nvPr>
            <p:ph type="title"/>
          </p:nvPr>
        </p:nvSpPr>
        <p:spPr>
          <a:xfrm>
            <a:off x="4384500" y="1404538"/>
            <a:ext cx="4045200" cy="768600"/>
          </a:xfrm>
          <a:prstGeom prst="rect">
            <a:avLst/>
          </a:prstGeom>
        </p:spPr>
        <p:txBody>
          <a:bodyPr spcFirstLastPara="1" wrap="square" lIns="91425" tIns="91425" rIns="91425" bIns="91425" anchor="t" anchorCtr="0">
            <a:noAutofit/>
          </a:bodyPr>
          <a:lstStyle>
            <a:lvl1pPr lvl="0" algn="r">
              <a:spcBef>
                <a:spcPts val="0"/>
              </a:spcBef>
              <a:spcAft>
                <a:spcPts val="0"/>
              </a:spcAft>
              <a:buSzPts val="4200"/>
              <a:buNone/>
              <a:defRPr sz="5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7" name="Google Shape;47;p9"/>
          <p:cNvSpPr txBox="1">
            <a:spLocks noGrp="1"/>
          </p:cNvSpPr>
          <p:nvPr>
            <p:ph type="subTitle" idx="1"/>
          </p:nvPr>
        </p:nvSpPr>
        <p:spPr>
          <a:xfrm>
            <a:off x="4384500" y="2314563"/>
            <a:ext cx="4045200" cy="1424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cxnSp>
        <p:nvCxnSpPr>
          <p:cNvPr id="48" name="Google Shape;48;p9"/>
          <p:cNvCxnSpPr/>
          <p:nvPr/>
        </p:nvCxnSpPr>
        <p:spPr>
          <a:xfrm>
            <a:off x="706050" y="539450"/>
            <a:ext cx="7731900" cy="0"/>
          </a:xfrm>
          <a:prstGeom prst="straightConnector1">
            <a:avLst/>
          </a:prstGeom>
          <a:noFill/>
          <a:ln w="9525" cap="flat" cmpd="sng">
            <a:solidFill>
              <a:schemeClr val="dk1"/>
            </a:solidFill>
            <a:prstDash val="solid"/>
            <a:round/>
            <a:headEnd type="none" w="med" len="med"/>
            <a:tailEnd type="none" w="med" len="med"/>
          </a:ln>
        </p:spPr>
      </p:cxnSp>
      <p:cxnSp>
        <p:nvCxnSpPr>
          <p:cNvPr id="49" name="Google Shape;49;p9"/>
          <p:cNvCxnSpPr/>
          <p:nvPr/>
        </p:nvCxnSpPr>
        <p:spPr>
          <a:xfrm>
            <a:off x="706050" y="4604450"/>
            <a:ext cx="77319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59"/>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60"/>
        <p:cNvGrpSpPr/>
        <p:nvPr/>
      </p:nvGrpSpPr>
      <p:grpSpPr>
        <a:xfrm>
          <a:off x="0" y="0"/>
          <a:ext cx="0" cy="0"/>
          <a:chOff x="0" y="0"/>
          <a:chExt cx="0" cy="0"/>
        </a:xfrm>
      </p:grpSpPr>
      <p:sp>
        <p:nvSpPr>
          <p:cNvPr id="61" name="Google Shape;61;p13"/>
          <p:cNvSpPr txBox="1">
            <a:spLocks noGrp="1"/>
          </p:cNvSpPr>
          <p:nvPr>
            <p:ph type="title"/>
          </p:nvPr>
        </p:nvSpPr>
        <p:spPr>
          <a:xfrm>
            <a:off x="1641574" y="1361075"/>
            <a:ext cx="2774400" cy="4434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7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62" name="Google Shape;62;p13"/>
          <p:cNvSpPr txBox="1">
            <a:spLocks noGrp="1"/>
          </p:cNvSpPr>
          <p:nvPr>
            <p:ph type="subTitle" idx="1"/>
          </p:nvPr>
        </p:nvSpPr>
        <p:spPr>
          <a:xfrm>
            <a:off x="1641561" y="2007860"/>
            <a:ext cx="2230500" cy="5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3" name="Google Shape;63;p13"/>
          <p:cNvSpPr txBox="1">
            <a:spLocks noGrp="1"/>
          </p:cNvSpPr>
          <p:nvPr>
            <p:ph type="title" idx="2" hasCustomPrompt="1"/>
          </p:nvPr>
        </p:nvSpPr>
        <p:spPr>
          <a:xfrm>
            <a:off x="806111" y="1859125"/>
            <a:ext cx="711900" cy="347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64" name="Google Shape;64;p13"/>
          <p:cNvSpPr txBox="1">
            <a:spLocks noGrp="1"/>
          </p:cNvSpPr>
          <p:nvPr>
            <p:ph type="title" idx="3"/>
          </p:nvPr>
        </p:nvSpPr>
        <p:spPr>
          <a:xfrm>
            <a:off x="5499274" y="1361075"/>
            <a:ext cx="2831700" cy="4434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7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65" name="Google Shape;65;p13"/>
          <p:cNvSpPr txBox="1">
            <a:spLocks noGrp="1"/>
          </p:cNvSpPr>
          <p:nvPr>
            <p:ph type="subTitle" idx="4"/>
          </p:nvPr>
        </p:nvSpPr>
        <p:spPr>
          <a:xfrm>
            <a:off x="5499261" y="2007860"/>
            <a:ext cx="2230500" cy="5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6" name="Google Shape;66;p13"/>
          <p:cNvSpPr txBox="1">
            <a:spLocks noGrp="1"/>
          </p:cNvSpPr>
          <p:nvPr>
            <p:ph type="title" idx="5" hasCustomPrompt="1"/>
          </p:nvPr>
        </p:nvSpPr>
        <p:spPr>
          <a:xfrm>
            <a:off x="4663811" y="1859125"/>
            <a:ext cx="711900" cy="347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67" name="Google Shape;67;p13"/>
          <p:cNvSpPr txBox="1">
            <a:spLocks noGrp="1"/>
          </p:cNvSpPr>
          <p:nvPr>
            <p:ph type="title" idx="6"/>
          </p:nvPr>
        </p:nvSpPr>
        <p:spPr>
          <a:xfrm>
            <a:off x="1641574" y="3103675"/>
            <a:ext cx="2774400" cy="4434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7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68" name="Google Shape;68;p13"/>
          <p:cNvSpPr txBox="1">
            <a:spLocks noGrp="1"/>
          </p:cNvSpPr>
          <p:nvPr>
            <p:ph type="subTitle" idx="7"/>
          </p:nvPr>
        </p:nvSpPr>
        <p:spPr>
          <a:xfrm>
            <a:off x="1641561" y="3750460"/>
            <a:ext cx="2230500" cy="5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9" name="Google Shape;69;p13"/>
          <p:cNvSpPr txBox="1">
            <a:spLocks noGrp="1"/>
          </p:cNvSpPr>
          <p:nvPr>
            <p:ph type="title" idx="8" hasCustomPrompt="1"/>
          </p:nvPr>
        </p:nvSpPr>
        <p:spPr>
          <a:xfrm>
            <a:off x="806111" y="3601725"/>
            <a:ext cx="711900" cy="347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70" name="Google Shape;70;p13"/>
          <p:cNvSpPr txBox="1">
            <a:spLocks noGrp="1"/>
          </p:cNvSpPr>
          <p:nvPr>
            <p:ph type="title" idx="9"/>
          </p:nvPr>
        </p:nvSpPr>
        <p:spPr>
          <a:xfrm>
            <a:off x="5499274" y="3103675"/>
            <a:ext cx="2831700" cy="4434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7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71" name="Google Shape;71;p13"/>
          <p:cNvSpPr txBox="1">
            <a:spLocks noGrp="1"/>
          </p:cNvSpPr>
          <p:nvPr>
            <p:ph type="subTitle" idx="13"/>
          </p:nvPr>
        </p:nvSpPr>
        <p:spPr>
          <a:xfrm>
            <a:off x="5499261" y="3750460"/>
            <a:ext cx="2230500" cy="5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2" name="Google Shape;72;p13"/>
          <p:cNvSpPr txBox="1">
            <a:spLocks noGrp="1"/>
          </p:cNvSpPr>
          <p:nvPr>
            <p:ph type="title" idx="14" hasCustomPrompt="1"/>
          </p:nvPr>
        </p:nvSpPr>
        <p:spPr>
          <a:xfrm>
            <a:off x="4663811" y="3601725"/>
            <a:ext cx="711900" cy="347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73" name="Google Shape;73;p13"/>
          <p:cNvSpPr txBox="1">
            <a:spLocks noGrp="1"/>
          </p:cNvSpPr>
          <p:nvPr>
            <p:ph type="title" idx="15"/>
          </p:nvPr>
        </p:nvSpPr>
        <p:spPr>
          <a:xfrm>
            <a:off x="714300" y="553450"/>
            <a:ext cx="7715400" cy="605700"/>
          </a:xfrm>
          <a:prstGeom prst="rect">
            <a:avLst/>
          </a:prstGeom>
        </p:spPr>
        <p:txBody>
          <a:bodyPr spcFirstLastPara="1" wrap="square" lIns="91425" tIns="91425" rIns="91425" bIns="91425" anchor="t" anchorCtr="0">
            <a:noAutofit/>
          </a:bodyPr>
          <a:lstStyle>
            <a:lvl1pPr lvl="0" rtl="0">
              <a:spcBef>
                <a:spcPts val="0"/>
              </a:spcBef>
              <a:spcAft>
                <a:spcPts val="0"/>
              </a:spcAft>
              <a:buSzPts val="3900"/>
              <a:buNone/>
              <a:defRPr/>
            </a:lvl1pPr>
            <a:lvl2pPr lvl="1" rtl="0">
              <a:spcBef>
                <a:spcPts val="0"/>
              </a:spcBef>
              <a:spcAft>
                <a:spcPts val="0"/>
              </a:spcAft>
              <a:buSzPts val="3900"/>
              <a:buNone/>
              <a:defRPr/>
            </a:lvl2pPr>
            <a:lvl3pPr lvl="2" rtl="0">
              <a:spcBef>
                <a:spcPts val="0"/>
              </a:spcBef>
              <a:spcAft>
                <a:spcPts val="0"/>
              </a:spcAft>
              <a:buSzPts val="3900"/>
              <a:buNone/>
              <a:defRPr/>
            </a:lvl3pPr>
            <a:lvl4pPr lvl="3" rtl="0">
              <a:spcBef>
                <a:spcPts val="0"/>
              </a:spcBef>
              <a:spcAft>
                <a:spcPts val="0"/>
              </a:spcAft>
              <a:buSzPts val="3900"/>
              <a:buNone/>
              <a:defRPr/>
            </a:lvl4pPr>
            <a:lvl5pPr lvl="4" rtl="0">
              <a:spcBef>
                <a:spcPts val="0"/>
              </a:spcBef>
              <a:spcAft>
                <a:spcPts val="0"/>
              </a:spcAft>
              <a:buSzPts val="3900"/>
              <a:buNone/>
              <a:defRPr/>
            </a:lvl5pPr>
            <a:lvl6pPr lvl="5" rtl="0">
              <a:spcBef>
                <a:spcPts val="0"/>
              </a:spcBef>
              <a:spcAft>
                <a:spcPts val="0"/>
              </a:spcAft>
              <a:buSzPts val="3900"/>
              <a:buNone/>
              <a:defRPr/>
            </a:lvl6pPr>
            <a:lvl7pPr lvl="6" rtl="0">
              <a:spcBef>
                <a:spcPts val="0"/>
              </a:spcBef>
              <a:spcAft>
                <a:spcPts val="0"/>
              </a:spcAft>
              <a:buSzPts val="3900"/>
              <a:buNone/>
              <a:defRPr/>
            </a:lvl7pPr>
            <a:lvl8pPr lvl="7" rtl="0">
              <a:spcBef>
                <a:spcPts val="0"/>
              </a:spcBef>
              <a:spcAft>
                <a:spcPts val="0"/>
              </a:spcAft>
              <a:buSzPts val="3900"/>
              <a:buNone/>
              <a:defRPr/>
            </a:lvl8pPr>
            <a:lvl9pPr lvl="8" rtl="0">
              <a:spcBef>
                <a:spcPts val="0"/>
              </a:spcBef>
              <a:spcAft>
                <a:spcPts val="0"/>
              </a:spcAft>
              <a:buSzPts val="3900"/>
              <a:buNone/>
              <a:defRPr/>
            </a:lvl9pPr>
          </a:lstStyle>
          <a:p>
            <a:endParaRPr/>
          </a:p>
        </p:txBody>
      </p:sp>
      <p:cxnSp>
        <p:nvCxnSpPr>
          <p:cNvPr id="74" name="Google Shape;74;p13"/>
          <p:cNvCxnSpPr/>
          <p:nvPr/>
        </p:nvCxnSpPr>
        <p:spPr>
          <a:xfrm>
            <a:off x="706050" y="539450"/>
            <a:ext cx="7731900" cy="0"/>
          </a:xfrm>
          <a:prstGeom prst="straightConnector1">
            <a:avLst/>
          </a:prstGeom>
          <a:noFill/>
          <a:ln w="9525" cap="flat" cmpd="sng">
            <a:solidFill>
              <a:schemeClr val="dk1"/>
            </a:solidFill>
            <a:prstDash val="solid"/>
            <a:round/>
            <a:headEnd type="none" w="med" len="med"/>
            <a:tailEnd type="none" w="med" len="med"/>
          </a:ln>
        </p:spPr>
      </p:cxnSp>
      <p:cxnSp>
        <p:nvCxnSpPr>
          <p:cNvPr id="75" name="Google Shape;75;p13"/>
          <p:cNvCxnSpPr/>
          <p:nvPr/>
        </p:nvCxnSpPr>
        <p:spPr>
          <a:xfrm>
            <a:off x="706050" y="4604450"/>
            <a:ext cx="77319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
  <p:cSld name="CUSTOM_5">
    <p:spTree>
      <p:nvGrpSpPr>
        <p:cNvPr id="1" name="Shape 162"/>
        <p:cNvGrpSpPr/>
        <p:nvPr/>
      </p:nvGrpSpPr>
      <p:grpSpPr>
        <a:xfrm>
          <a:off x="0" y="0"/>
          <a:ext cx="0" cy="0"/>
          <a:chOff x="0" y="0"/>
          <a:chExt cx="0" cy="0"/>
        </a:xfrm>
      </p:grpSpPr>
      <p:sp>
        <p:nvSpPr>
          <p:cNvPr id="163" name="Google Shape;163;p23"/>
          <p:cNvSpPr txBox="1">
            <a:spLocks noGrp="1"/>
          </p:cNvSpPr>
          <p:nvPr>
            <p:ph type="subTitle" idx="1"/>
          </p:nvPr>
        </p:nvSpPr>
        <p:spPr>
          <a:xfrm>
            <a:off x="3024150" y="2831188"/>
            <a:ext cx="3095700" cy="87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4" name="Google Shape;164;p23"/>
          <p:cNvSpPr txBox="1">
            <a:spLocks noGrp="1"/>
          </p:cNvSpPr>
          <p:nvPr>
            <p:ph type="title"/>
          </p:nvPr>
        </p:nvSpPr>
        <p:spPr>
          <a:xfrm>
            <a:off x="3024150" y="1440213"/>
            <a:ext cx="3095700" cy="1269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900"/>
              <a:buNone/>
              <a:defRPr sz="10700"/>
            </a:lvl1pPr>
            <a:lvl2pPr lvl="1" algn="ctr" rtl="0">
              <a:spcBef>
                <a:spcPts val="0"/>
              </a:spcBef>
              <a:spcAft>
                <a:spcPts val="0"/>
              </a:spcAft>
              <a:buSzPts val="3900"/>
              <a:buNone/>
              <a:defRPr/>
            </a:lvl2pPr>
            <a:lvl3pPr lvl="2" algn="ctr" rtl="0">
              <a:spcBef>
                <a:spcPts val="0"/>
              </a:spcBef>
              <a:spcAft>
                <a:spcPts val="0"/>
              </a:spcAft>
              <a:buSzPts val="3900"/>
              <a:buNone/>
              <a:defRPr/>
            </a:lvl3pPr>
            <a:lvl4pPr lvl="3" algn="ctr" rtl="0">
              <a:spcBef>
                <a:spcPts val="0"/>
              </a:spcBef>
              <a:spcAft>
                <a:spcPts val="0"/>
              </a:spcAft>
              <a:buSzPts val="3900"/>
              <a:buNone/>
              <a:defRPr/>
            </a:lvl4pPr>
            <a:lvl5pPr lvl="4" algn="ctr" rtl="0">
              <a:spcBef>
                <a:spcPts val="0"/>
              </a:spcBef>
              <a:spcAft>
                <a:spcPts val="0"/>
              </a:spcAft>
              <a:buSzPts val="3900"/>
              <a:buNone/>
              <a:defRPr/>
            </a:lvl5pPr>
            <a:lvl6pPr lvl="5" algn="ctr" rtl="0">
              <a:spcBef>
                <a:spcPts val="0"/>
              </a:spcBef>
              <a:spcAft>
                <a:spcPts val="0"/>
              </a:spcAft>
              <a:buSzPts val="3900"/>
              <a:buNone/>
              <a:defRPr/>
            </a:lvl6pPr>
            <a:lvl7pPr lvl="6" algn="ctr" rtl="0">
              <a:spcBef>
                <a:spcPts val="0"/>
              </a:spcBef>
              <a:spcAft>
                <a:spcPts val="0"/>
              </a:spcAft>
              <a:buSzPts val="3900"/>
              <a:buNone/>
              <a:defRPr/>
            </a:lvl7pPr>
            <a:lvl8pPr lvl="7" algn="ctr" rtl="0">
              <a:spcBef>
                <a:spcPts val="0"/>
              </a:spcBef>
              <a:spcAft>
                <a:spcPts val="0"/>
              </a:spcAft>
              <a:buSzPts val="3900"/>
              <a:buNone/>
              <a:defRPr/>
            </a:lvl8pPr>
            <a:lvl9pPr lvl="8" algn="ctr" rtl="0">
              <a:spcBef>
                <a:spcPts val="0"/>
              </a:spcBef>
              <a:spcAft>
                <a:spcPts val="0"/>
              </a:spcAft>
              <a:buSzPts val="3900"/>
              <a:buNone/>
              <a:defRPr/>
            </a:lvl9pPr>
          </a:lstStyle>
          <a:p>
            <a:endParaRPr/>
          </a:p>
        </p:txBody>
      </p:sp>
      <p:cxnSp>
        <p:nvCxnSpPr>
          <p:cNvPr id="165" name="Google Shape;165;p23"/>
          <p:cNvCxnSpPr/>
          <p:nvPr/>
        </p:nvCxnSpPr>
        <p:spPr>
          <a:xfrm>
            <a:off x="706050" y="4604450"/>
            <a:ext cx="7731900" cy="0"/>
          </a:xfrm>
          <a:prstGeom prst="straightConnector1">
            <a:avLst/>
          </a:prstGeom>
          <a:noFill/>
          <a:ln w="9525" cap="flat" cmpd="sng">
            <a:solidFill>
              <a:schemeClr val="dk1"/>
            </a:solidFill>
            <a:prstDash val="solid"/>
            <a:round/>
            <a:headEnd type="none" w="med" len="med"/>
            <a:tailEnd type="none" w="med" len="med"/>
          </a:ln>
        </p:spPr>
      </p:cxnSp>
      <p:cxnSp>
        <p:nvCxnSpPr>
          <p:cNvPr id="166" name="Google Shape;166;p23"/>
          <p:cNvCxnSpPr/>
          <p:nvPr/>
        </p:nvCxnSpPr>
        <p:spPr>
          <a:xfrm>
            <a:off x="706050" y="539450"/>
            <a:ext cx="77319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3">
  <p:cSld name="CUSTOM_6_1_2">
    <p:spTree>
      <p:nvGrpSpPr>
        <p:cNvPr id="1" name="Shape 177"/>
        <p:cNvGrpSpPr/>
        <p:nvPr/>
      </p:nvGrpSpPr>
      <p:grpSpPr>
        <a:xfrm>
          <a:off x="0" y="0"/>
          <a:ext cx="0" cy="0"/>
          <a:chOff x="0" y="0"/>
          <a:chExt cx="0" cy="0"/>
        </a:xfrm>
      </p:grpSpPr>
      <p:sp>
        <p:nvSpPr>
          <p:cNvPr id="178" name="Google Shape;178;p26"/>
          <p:cNvSpPr txBox="1">
            <a:spLocks noGrp="1"/>
          </p:cNvSpPr>
          <p:nvPr>
            <p:ph type="subTitle" idx="1"/>
          </p:nvPr>
        </p:nvSpPr>
        <p:spPr>
          <a:xfrm>
            <a:off x="714300" y="1259225"/>
            <a:ext cx="5386200" cy="2458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400"/>
              <a:buChar char="●"/>
              <a:defRPr sz="1400"/>
            </a:lvl1pPr>
            <a:lvl2pPr lvl="1" rtl="0">
              <a:lnSpc>
                <a:spcPct val="100000"/>
              </a:lnSpc>
              <a:spcBef>
                <a:spcPts val="0"/>
              </a:spcBef>
              <a:spcAft>
                <a:spcPts val="0"/>
              </a:spcAft>
              <a:buClr>
                <a:srgbClr val="595959"/>
              </a:buClr>
              <a:buSzPts val="1400"/>
              <a:buFont typeface="Anaheim"/>
              <a:buChar char="○"/>
              <a:defRPr sz="1200"/>
            </a:lvl2pPr>
            <a:lvl3pPr lvl="2" rtl="0">
              <a:lnSpc>
                <a:spcPct val="100000"/>
              </a:lnSpc>
              <a:spcBef>
                <a:spcPts val="0"/>
              </a:spcBef>
              <a:spcAft>
                <a:spcPts val="0"/>
              </a:spcAft>
              <a:buClr>
                <a:srgbClr val="595959"/>
              </a:buClr>
              <a:buSzPts val="1400"/>
              <a:buFont typeface="Anaheim"/>
              <a:buChar char="■"/>
              <a:defRPr sz="1200"/>
            </a:lvl3pPr>
            <a:lvl4pPr lvl="3" rtl="0">
              <a:lnSpc>
                <a:spcPct val="100000"/>
              </a:lnSpc>
              <a:spcBef>
                <a:spcPts val="0"/>
              </a:spcBef>
              <a:spcAft>
                <a:spcPts val="0"/>
              </a:spcAft>
              <a:buClr>
                <a:srgbClr val="595959"/>
              </a:buClr>
              <a:buSzPts val="1400"/>
              <a:buFont typeface="Anaheim"/>
              <a:buChar char="●"/>
              <a:defRPr sz="1200"/>
            </a:lvl4pPr>
            <a:lvl5pPr lvl="4" rtl="0">
              <a:lnSpc>
                <a:spcPct val="100000"/>
              </a:lnSpc>
              <a:spcBef>
                <a:spcPts val="0"/>
              </a:spcBef>
              <a:spcAft>
                <a:spcPts val="0"/>
              </a:spcAft>
              <a:buClr>
                <a:srgbClr val="595959"/>
              </a:buClr>
              <a:buSzPts val="1400"/>
              <a:buFont typeface="Anaheim"/>
              <a:buChar char="○"/>
              <a:defRPr sz="1200"/>
            </a:lvl5pPr>
            <a:lvl6pPr lvl="5" rtl="0">
              <a:lnSpc>
                <a:spcPct val="100000"/>
              </a:lnSpc>
              <a:spcBef>
                <a:spcPts val="0"/>
              </a:spcBef>
              <a:spcAft>
                <a:spcPts val="0"/>
              </a:spcAft>
              <a:buClr>
                <a:srgbClr val="595959"/>
              </a:buClr>
              <a:buSzPts val="1400"/>
              <a:buFont typeface="Anaheim"/>
              <a:buChar char="■"/>
              <a:defRPr sz="1200"/>
            </a:lvl6pPr>
            <a:lvl7pPr lvl="6" rtl="0">
              <a:lnSpc>
                <a:spcPct val="100000"/>
              </a:lnSpc>
              <a:spcBef>
                <a:spcPts val="0"/>
              </a:spcBef>
              <a:spcAft>
                <a:spcPts val="0"/>
              </a:spcAft>
              <a:buClr>
                <a:srgbClr val="595959"/>
              </a:buClr>
              <a:buSzPts val="1400"/>
              <a:buFont typeface="Anaheim"/>
              <a:buChar char="●"/>
              <a:defRPr sz="1200"/>
            </a:lvl7pPr>
            <a:lvl8pPr lvl="7" rtl="0">
              <a:lnSpc>
                <a:spcPct val="100000"/>
              </a:lnSpc>
              <a:spcBef>
                <a:spcPts val="0"/>
              </a:spcBef>
              <a:spcAft>
                <a:spcPts val="0"/>
              </a:spcAft>
              <a:buClr>
                <a:srgbClr val="595959"/>
              </a:buClr>
              <a:buSzPts val="1400"/>
              <a:buFont typeface="Anaheim"/>
              <a:buChar char="○"/>
              <a:defRPr sz="1200"/>
            </a:lvl8pPr>
            <a:lvl9pPr lvl="8" rtl="0">
              <a:lnSpc>
                <a:spcPct val="100000"/>
              </a:lnSpc>
              <a:spcBef>
                <a:spcPts val="0"/>
              </a:spcBef>
              <a:spcAft>
                <a:spcPts val="0"/>
              </a:spcAft>
              <a:buClr>
                <a:srgbClr val="595959"/>
              </a:buClr>
              <a:buSzPts val="1400"/>
              <a:buFont typeface="Anaheim"/>
              <a:buChar char="■"/>
              <a:defRPr sz="1200"/>
            </a:lvl9pPr>
          </a:lstStyle>
          <a:p>
            <a:endParaRPr/>
          </a:p>
        </p:txBody>
      </p:sp>
      <p:sp>
        <p:nvSpPr>
          <p:cNvPr id="179" name="Google Shape;179;p26"/>
          <p:cNvSpPr txBox="1">
            <a:spLocks noGrp="1"/>
          </p:cNvSpPr>
          <p:nvPr>
            <p:ph type="title"/>
          </p:nvPr>
        </p:nvSpPr>
        <p:spPr>
          <a:xfrm>
            <a:off x="714300" y="553450"/>
            <a:ext cx="7715400" cy="605700"/>
          </a:xfrm>
          <a:prstGeom prst="rect">
            <a:avLst/>
          </a:prstGeom>
        </p:spPr>
        <p:txBody>
          <a:bodyPr spcFirstLastPara="1" wrap="square" lIns="91425" tIns="91425" rIns="91425" bIns="91425" anchor="t" anchorCtr="0">
            <a:noAutofit/>
          </a:bodyPr>
          <a:lstStyle>
            <a:lvl1pPr lvl="0" rtl="0">
              <a:spcBef>
                <a:spcPts val="0"/>
              </a:spcBef>
              <a:spcAft>
                <a:spcPts val="0"/>
              </a:spcAft>
              <a:buSzPts val="3900"/>
              <a:buNone/>
              <a:defRPr/>
            </a:lvl1pPr>
            <a:lvl2pPr lvl="1" rtl="0">
              <a:spcBef>
                <a:spcPts val="0"/>
              </a:spcBef>
              <a:spcAft>
                <a:spcPts val="0"/>
              </a:spcAft>
              <a:buSzPts val="3900"/>
              <a:buNone/>
              <a:defRPr/>
            </a:lvl2pPr>
            <a:lvl3pPr lvl="2" rtl="0">
              <a:spcBef>
                <a:spcPts val="0"/>
              </a:spcBef>
              <a:spcAft>
                <a:spcPts val="0"/>
              </a:spcAft>
              <a:buSzPts val="3900"/>
              <a:buNone/>
              <a:defRPr/>
            </a:lvl3pPr>
            <a:lvl4pPr lvl="3" rtl="0">
              <a:spcBef>
                <a:spcPts val="0"/>
              </a:spcBef>
              <a:spcAft>
                <a:spcPts val="0"/>
              </a:spcAft>
              <a:buSzPts val="3900"/>
              <a:buNone/>
              <a:defRPr/>
            </a:lvl4pPr>
            <a:lvl5pPr lvl="4" rtl="0">
              <a:spcBef>
                <a:spcPts val="0"/>
              </a:spcBef>
              <a:spcAft>
                <a:spcPts val="0"/>
              </a:spcAft>
              <a:buSzPts val="3900"/>
              <a:buNone/>
              <a:defRPr/>
            </a:lvl5pPr>
            <a:lvl6pPr lvl="5" rtl="0">
              <a:spcBef>
                <a:spcPts val="0"/>
              </a:spcBef>
              <a:spcAft>
                <a:spcPts val="0"/>
              </a:spcAft>
              <a:buSzPts val="3900"/>
              <a:buNone/>
              <a:defRPr/>
            </a:lvl6pPr>
            <a:lvl7pPr lvl="6" rtl="0">
              <a:spcBef>
                <a:spcPts val="0"/>
              </a:spcBef>
              <a:spcAft>
                <a:spcPts val="0"/>
              </a:spcAft>
              <a:buSzPts val="3900"/>
              <a:buNone/>
              <a:defRPr/>
            </a:lvl7pPr>
            <a:lvl8pPr lvl="7" rtl="0">
              <a:spcBef>
                <a:spcPts val="0"/>
              </a:spcBef>
              <a:spcAft>
                <a:spcPts val="0"/>
              </a:spcAft>
              <a:buSzPts val="3900"/>
              <a:buNone/>
              <a:defRPr/>
            </a:lvl8pPr>
            <a:lvl9pPr lvl="8" rtl="0">
              <a:spcBef>
                <a:spcPts val="0"/>
              </a:spcBef>
              <a:spcAft>
                <a:spcPts val="0"/>
              </a:spcAft>
              <a:buSzPts val="3900"/>
              <a:buNone/>
              <a:defRPr/>
            </a:lvl9pPr>
          </a:lstStyle>
          <a:p>
            <a:endParaRPr/>
          </a:p>
        </p:txBody>
      </p:sp>
      <p:cxnSp>
        <p:nvCxnSpPr>
          <p:cNvPr id="180" name="Google Shape;180;p26"/>
          <p:cNvCxnSpPr/>
          <p:nvPr/>
        </p:nvCxnSpPr>
        <p:spPr>
          <a:xfrm>
            <a:off x="706050" y="539450"/>
            <a:ext cx="7731900" cy="0"/>
          </a:xfrm>
          <a:prstGeom prst="straightConnector1">
            <a:avLst/>
          </a:prstGeom>
          <a:noFill/>
          <a:ln w="9525" cap="flat" cmpd="sng">
            <a:solidFill>
              <a:schemeClr val="dk1"/>
            </a:solidFill>
            <a:prstDash val="solid"/>
            <a:round/>
            <a:headEnd type="none" w="med" len="med"/>
            <a:tailEnd type="none" w="med" len="med"/>
          </a:ln>
        </p:spPr>
      </p:cxnSp>
      <p:cxnSp>
        <p:nvCxnSpPr>
          <p:cNvPr id="181" name="Google Shape;181;p26"/>
          <p:cNvCxnSpPr/>
          <p:nvPr/>
        </p:nvCxnSpPr>
        <p:spPr>
          <a:xfrm>
            <a:off x="706050" y="4604450"/>
            <a:ext cx="77319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CUSTOM_8">
    <p:spTree>
      <p:nvGrpSpPr>
        <p:cNvPr id="1" name="Shape 194"/>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8_1">
    <p:spTree>
      <p:nvGrpSpPr>
        <p:cNvPr id="1" name="Shape 195"/>
        <p:cNvGrpSpPr/>
        <p:nvPr/>
      </p:nvGrpSpPr>
      <p:grpSpPr>
        <a:xfrm>
          <a:off x="0" y="0"/>
          <a:ext cx="0" cy="0"/>
          <a:chOff x="0" y="0"/>
          <a:chExt cx="0" cy="0"/>
        </a:xfrm>
      </p:grpSpPr>
      <p:cxnSp>
        <p:nvCxnSpPr>
          <p:cNvPr id="196" name="Google Shape;196;p30"/>
          <p:cNvCxnSpPr/>
          <p:nvPr/>
        </p:nvCxnSpPr>
        <p:spPr>
          <a:xfrm>
            <a:off x="706050" y="539450"/>
            <a:ext cx="7731900" cy="0"/>
          </a:xfrm>
          <a:prstGeom prst="straightConnector1">
            <a:avLst/>
          </a:prstGeom>
          <a:noFill/>
          <a:ln w="9525" cap="flat" cmpd="sng">
            <a:solidFill>
              <a:schemeClr val="dk1"/>
            </a:solidFill>
            <a:prstDash val="solid"/>
            <a:round/>
            <a:headEnd type="none" w="med" len="med"/>
            <a:tailEnd type="none" w="med" len="med"/>
          </a:ln>
        </p:spPr>
      </p:cxnSp>
      <p:cxnSp>
        <p:nvCxnSpPr>
          <p:cNvPr id="197" name="Google Shape;197;p30"/>
          <p:cNvCxnSpPr/>
          <p:nvPr/>
        </p:nvCxnSpPr>
        <p:spPr>
          <a:xfrm>
            <a:off x="706050" y="4604450"/>
            <a:ext cx="7731900" cy="0"/>
          </a:xfrm>
          <a:prstGeom prst="straightConnector1">
            <a:avLst/>
          </a:prstGeom>
          <a:noFill/>
          <a:ln w="9525" cap="flat" cmpd="sng">
            <a:solidFill>
              <a:schemeClr val="dk1"/>
            </a:solidFill>
            <a:prstDash val="solid"/>
            <a:round/>
            <a:headEnd type="none" w="med" len="med"/>
            <a:tailEnd type="none" w="med" len="med"/>
          </a:ln>
        </p:spPr>
      </p:cxnSp>
      <p:grpSp>
        <p:nvGrpSpPr>
          <p:cNvPr id="198" name="Google Shape;198;p30"/>
          <p:cNvGrpSpPr/>
          <p:nvPr/>
        </p:nvGrpSpPr>
        <p:grpSpPr>
          <a:xfrm>
            <a:off x="706060" y="1236002"/>
            <a:ext cx="695830" cy="243805"/>
            <a:chOff x="2271950" y="2722775"/>
            <a:chExt cx="575875" cy="201775"/>
          </a:xfrm>
        </p:grpSpPr>
        <p:sp>
          <p:nvSpPr>
            <p:cNvPr id="199" name="Google Shape;199;p30"/>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0"/>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0"/>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0"/>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0"/>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4" name="Google Shape;204;p30"/>
          <p:cNvSpPr/>
          <p:nvPr/>
        </p:nvSpPr>
        <p:spPr>
          <a:xfrm>
            <a:off x="7786413" y="802050"/>
            <a:ext cx="107827" cy="108491"/>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0"/>
          <p:cNvSpPr/>
          <p:nvPr/>
        </p:nvSpPr>
        <p:spPr>
          <a:xfrm>
            <a:off x="1915951" y="3367793"/>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6" name="Google Shape;206;p30"/>
          <p:cNvGrpSpPr/>
          <p:nvPr/>
        </p:nvGrpSpPr>
        <p:grpSpPr>
          <a:xfrm>
            <a:off x="1401907" y="689254"/>
            <a:ext cx="953591" cy="334099"/>
            <a:chOff x="2271950" y="2722775"/>
            <a:chExt cx="575875" cy="201775"/>
          </a:xfrm>
        </p:grpSpPr>
        <p:sp>
          <p:nvSpPr>
            <p:cNvPr id="207" name="Google Shape;207;p30"/>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30"/>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0"/>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0"/>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0"/>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2" name="Google Shape;212;p30"/>
          <p:cNvSpPr/>
          <p:nvPr/>
        </p:nvSpPr>
        <p:spPr>
          <a:xfrm>
            <a:off x="6775477" y="3965413"/>
            <a:ext cx="335779" cy="396117"/>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0"/>
          <p:cNvSpPr/>
          <p:nvPr/>
        </p:nvSpPr>
        <p:spPr>
          <a:xfrm>
            <a:off x="1654063" y="1173140"/>
            <a:ext cx="335779" cy="396134"/>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0"/>
          <p:cNvSpPr/>
          <p:nvPr/>
        </p:nvSpPr>
        <p:spPr>
          <a:xfrm>
            <a:off x="8224526" y="2042072"/>
            <a:ext cx="213431" cy="213401"/>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0"/>
          <p:cNvSpPr/>
          <p:nvPr/>
        </p:nvSpPr>
        <p:spPr>
          <a:xfrm rot="-1685758">
            <a:off x="7349828" y="1695209"/>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0"/>
          <p:cNvSpPr/>
          <p:nvPr/>
        </p:nvSpPr>
        <p:spPr>
          <a:xfrm>
            <a:off x="8224513" y="3689463"/>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0"/>
          <p:cNvSpPr/>
          <p:nvPr/>
        </p:nvSpPr>
        <p:spPr>
          <a:xfrm rot="-1685758">
            <a:off x="2517753" y="1449884"/>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0"/>
          <p:cNvSpPr/>
          <p:nvPr/>
        </p:nvSpPr>
        <p:spPr>
          <a:xfrm>
            <a:off x="1494952" y="2445824"/>
            <a:ext cx="107827" cy="108460"/>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0"/>
          <p:cNvSpPr/>
          <p:nvPr/>
        </p:nvSpPr>
        <p:spPr>
          <a:xfrm>
            <a:off x="7674437" y="2459628"/>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0"/>
          <p:cNvSpPr/>
          <p:nvPr/>
        </p:nvSpPr>
        <p:spPr>
          <a:xfrm rot="-4501656">
            <a:off x="7177993" y="3584747"/>
            <a:ext cx="700435" cy="696862"/>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0"/>
          <p:cNvSpPr/>
          <p:nvPr/>
        </p:nvSpPr>
        <p:spPr>
          <a:xfrm rot="-4498560">
            <a:off x="7715362" y="3194685"/>
            <a:ext cx="372045" cy="370147"/>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0"/>
          <p:cNvSpPr/>
          <p:nvPr/>
        </p:nvSpPr>
        <p:spPr>
          <a:xfrm rot="-4497731">
            <a:off x="7127795" y="2968777"/>
            <a:ext cx="503609" cy="501040"/>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0"/>
          <p:cNvSpPr/>
          <p:nvPr/>
        </p:nvSpPr>
        <p:spPr>
          <a:xfrm>
            <a:off x="1126688" y="3418975"/>
            <a:ext cx="107827" cy="108491"/>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0"/>
          <p:cNvSpPr/>
          <p:nvPr/>
        </p:nvSpPr>
        <p:spPr>
          <a:xfrm>
            <a:off x="706038" y="1941063"/>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0"/>
          <p:cNvSpPr/>
          <p:nvPr/>
        </p:nvSpPr>
        <p:spPr>
          <a:xfrm>
            <a:off x="8140863" y="1173143"/>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0"/>
          <p:cNvSpPr/>
          <p:nvPr/>
        </p:nvSpPr>
        <p:spPr>
          <a:xfrm rot="-1685758">
            <a:off x="930128" y="4021634"/>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0"/>
          <p:cNvSpPr/>
          <p:nvPr/>
        </p:nvSpPr>
        <p:spPr>
          <a:xfrm>
            <a:off x="1401912" y="4227153"/>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2380400" y="1273525"/>
            <a:ext cx="4445400" cy="17409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6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ubTitle" idx="1"/>
          </p:nvPr>
        </p:nvSpPr>
        <p:spPr>
          <a:xfrm>
            <a:off x="2431100" y="3530450"/>
            <a:ext cx="4580400" cy="303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 name="Google Shape;16;p3"/>
          <p:cNvSpPr txBox="1">
            <a:spLocks noGrp="1"/>
          </p:cNvSpPr>
          <p:nvPr>
            <p:ph type="title" idx="2" hasCustomPrompt="1"/>
          </p:nvPr>
        </p:nvSpPr>
        <p:spPr>
          <a:xfrm>
            <a:off x="714300" y="1764027"/>
            <a:ext cx="1367400" cy="759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0000"/>
              <a:buNone/>
              <a:defRPr sz="7500">
                <a:solidFill>
                  <a:schemeClr val="lt1"/>
                </a:solidFill>
              </a:defRPr>
            </a:lvl1pPr>
            <a:lvl2pPr lvl="1" algn="ctr" rtl="0">
              <a:spcBef>
                <a:spcPts val="0"/>
              </a:spcBef>
              <a:spcAft>
                <a:spcPts val="0"/>
              </a:spcAft>
              <a:buSzPts val="10000"/>
              <a:buNone/>
              <a:defRPr sz="10000"/>
            </a:lvl2pPr>
            <a:lvl3pPr lvl="2" algn="ctr" rtl="0">
              <a:spcBef>
                <a:spcPts val="0"/>
              </a:spcBef>
              <a:spcAft>
                <a:spcPts val="0"/>
              </a:spcAft>
              <a:buSzPts val="10000"/>
              <a:buNone/>
              <a:defRPr sz="10000"/>
            </a:lvl3pPr>
            <a:lvl4pPr lvl="3" algn="ctr" rtl="0">
              <a:spcBef>
                <a:spcPts val="0"/>
              </a:spcBef>
              <a:spcAft>
                <a:spcPts val="0"/>
              </a:spcAft>
              <a:buSzPts val="10000"/>
              <a:buNone/>
              <a:defRPr sz="10000"/>
            </a:lvl4pPr>
            <a:lvl5pPr lvl="4" algn="ctr" rtl="0">
              <a:spcBef>
                <a:spcPts val="0"/>
              </a:spcBef>
              <a:spcAft>
                <a:spcPts val="0"/>
              </a:spcAft>
              <a:buSzPts val="10000"/>
              <a:buNone/>
              <a:defRPr sz="10000"/>
            </a:lvl5pPr>
            <a:lvl6pPr lvl="5" algn="ctr" rtl="0">
              <a:spcBef>
                <a:spcPts val="0"/>
              </a:spcBef>
              <a:spcAft>
                <a:spcPts val="0"/>
              </a:spcAft>
              <a:buSzPts val="10000"/>
              <a:buNone/>
              <a:defRPr sz="10000"/>
            </a:lvl6pPr>
            <a:lvl7pPr lvl="6" algn="ctr" rtl="0">
              <a:spcBef>
                <a:spcPts val="0"/>
              </a:spcBef>
              <a:spcAft>
                <a:spcPts val="0"/>
              </a:spcAft>
              <a:buSzPts val="10000"/>
              <a:buNone/>
              <a:defRPr sz="10000"/>
            </a:lvl7pPr>
            <a:lvl8pPr lvl="7" algn="ctr" rtl="0">
              <a:spcBef>
                <a:spcPts val="0"/>
              </a:spcBef>
              <a:spcAft>
                <a:spcPts val="0"/>
              </a:spcAft>
              <a:buSzPts val="10000"/>
              <a:buNone/>
              <a:defRPr sz="10000"/>
            </a:lvl8pPr>
            <a:lvl9pPr lvl="8" algn="ctr" rtl="0">
              <a:spcBef>
                <a:spcPts val="0"/>
              </a:spcBef>
              <a:spcAft>
                <a:spcPts val="0"/>
              </a:spcAft>
              <a:buSzPts val="10000"/>
              <a:buNone/>
              <a:defRPr sz="10000"/>
            </a:lvl9pPr>
          </a:lstStyle>
          <a:p>
            <a:r>
              <a:t>xx%</a:t>
            </a:r>
          </a:p>
        </p:txBody>
      </p:sp>
      <p:cxnSp>
        <p:nvCxnSpPr>
          <p:cNvPr id="17" name="Google Shape;17;p3"/>
          <p:cNvCxnSpPr/>
          <p:nvPr/>
        </p:nvCxnSpPr>
        <p:spPr>
          <a:xfrm>
            <a:off x="706050" y="539450"/>
            <a:ext cx="7731900" cy="0"/>
          </a:xfrm>
          <a:prstGeom prst="straightConnector1">
            <a:avLst/>
          </a:prstGeom>
          <a:noFill/>
          <a:ln w="9525" cap="flat" cmpd="sng">
            <a:solidFill>
              <a:schemeClr val="dk1"/>
            </a:solidFill>
            <a:prstDash val="solid"/>
            <a:round/>
            <a:headEnd type="none" w="med" len="med"/>
            <a:tailEnd type="none" w="med" len="med"/>
          </a:ln>
        </p:spPr>
      </p:cxnSp>
      <p:cxnSp>
        <p:nvCxnSpPr>
          <p:cNvPr id="18" name="Google Shape;18;p3"/>
          <p:cNvCxnSpPr/>
          <p:nvPr/>
        </p:nvCxnSpPr>
        <p:spPr>
          <a:xfrm>
            <a:off x="706050" y="4604450"/>
            <a:ext cx="7731900" cy="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35495012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84"/>
        <p:cNvGrpSpPr/>
        <p:nvPr/>
      </p:nvGrpSpPr>
      <p:grpSpPr>
        <a:xfrm>
          <a:off x="0" y="0"/>
          <a:ext cx="0" cy="0"/>
          <a:chOff x="0" y="0"/>
          <a:chExt cx="0" cy="0"/>
        </a:xfrm>
      </p:grpSpPr>
      <p:sp>
        <p:nvSpPr>
          <p:cNvPr id="85" name="Google Shape;85;p15"/>
          <p:cNvSpPr txBox="1">
            <a:spLocks noGrp="1"/>
          </p:cNvSpPr>
          <p:nvPr>
            <p:ph type="title"/>
          </p:nvPr>
        </p:nvSpPr>
        <p:spPr>
          <a:xfrm>
            <a:off x="1773725" y="1448288"/>
            <a:ext cx="2230500" cy="4434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27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86" name="Google Shape;86;p15"/>
          <p:cNvSpPr txBox="1">
            <a:spLocks noGrp="1"/>
          </p:cNvSpPr>
          <p:nvPr>
            <p:ph type="subTitle" idx="1"/>
          </p:nvPr>
        </p:nvSpPr>
        <p:spPr>
          <a:xfrm>
            <a:off x="1773725" y="2095103"/>
            <a:ext cx="2230500" cy="781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7" name="Google Shape;87;p15"/>
          <p:cNvSpPr txBox="1">
            <a:spLocks noGrp="1"/>
          </p:cNvSpPr>
          <p:nvPr>
            <p:ph type="title" idx="2"/>
          </p:nvPr>
        </p:nvSpPr>
        <p:spPr>
          <a:xfrm>
            <a:off x="5144188" y="2484688"/>
            <a:ext cx="2230500" cy="443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sz="27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88" name="Google Shape;88;p15"/>
          <p:cNvSpPr txBox="1">
            <a:spLocks noGrp="1"/>
          </p:cNvSpPr>
          <p:nvPr>
            <p:ph type="subTitle" idx="3"/>
          </p:nvPr>
        </p:nvSpPr>
        <p:spPr>
          <a:xfrm>
            <a:off x="5144188" y="3131503"/>
            <a:ext cx="2230500" cy="781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9" name="Google Shape;89;p15"/>
          <p:cNvSpPr txBox="1">
            <a:spLocks noGrp="1"/>
          </p:cNvSpPr>
          <p:nvPr>
            <p:ph type="title" idx="4"/>
          </p:nvPr>
        </p:nvSpPr>
        <p:spPr>
          <a:xfrm>
            <a:off x="714300" y="553450"/>
            <a:ext cx="7715400" cy="605700"/>
          </a:xfrm>
          <a:prstGeom prst="rect">
            <a:avLst/>
          </a:prstGeom>
        </p:spPr>
        <p:txBody>
          <a:bodyPr spcFirstLastPara="1" wrap="square" lIns="91425" tIns="91425" rIns="91425" bIns="91425" anchor="t" anchorCtr="0">
            <a:noAutofit/>
          </a:bodyPr>
          <a:lstStyle>
            <a:lvl1pPr lvl="0" rtl="0">
              <a:spcBef>
                <a:spcPts val="0"/>
              </a:spcBef>
              <a:spcAft>
                <a:spcPts val="0"/>
              </a:spcAft>
              <a:buSzPts val="3900"/>
              <a:buNone/>
              <a:defRPr/>
            </a:lvl1pPr>
            <a:lvl2pPr lvl="1" rtl="0">
              <a:spcBef>
                <a:spcPts val="0"/>
              </a:spcBef>
              <a:spcAft>
                <a:spcPts val="0"/>
              </a:spcAft>
              <a:buSzPts val="3900"/>
              <a:buNone/>
              <a:defRPr/>
            </a:lvl2pPr>
            <a:lvl3pPr lvl="2" rtl="0">
              <a:spcBef>
                <a:spcPts val="0"/>
              </a:spcBef>
              <a:spcAft>
                <a:spcPts val="0"/>
              </a:spcAft>
              <a:buSzPts val="3900"/>
              <a:buNone/>
              <a:defRPr/>
            </a:lvl3pPr>
            <a:lvl4pPr lvl="3" rtl="0">
              <a:spcBef>
                <a:spcPts val="0"/>
              </a:spcBef>
              <a:spcAft>
                <a:spcPts val="0"/>
              </a:spcAft>
              <a:buSzPts val="3900"/>
              <a:buNone/>
              <a:defRPr/>
            </a:lvl4pPr>
            <a:lvl5pPr lvl="4" rtl="0">
              <a:spcBef>
                <a:spcPts val="0"/>
              </a:spcBef>
              <a:spcAft>
                <a:spcPts val="0"/>
              </a:spcAft>
              <a:buSzPts val="3900"/>
              <a:buNone/>
              <a:defRPr/>
            </a:lvl5pPr>
            <a:lvl6pPr lvl="5" rtl="0">
              <a:spcBef>
                <a:spcPts val="0"/>
              </a:spcBef>
              <a:spcAft>
                <a:spcPts val="0"/>
              </a:spcAft>
              <a:buSzPts val="3900"/>
              <a:buNone/>
              <a:defRPr/>
            </a:lvl6pPr>
            <a:lvl7pPr lvl="6" rtl="0">
              <a:spcBef>
                <a:spcPts val="0"/>
              </a:spcBef>
              <a:spcAft>
                <a:spcPts val="0"/>
              </a:spcAft>
              <a:buSzPts val="3900"/>
              <a:buNone/>
              <a:defRPr/>
            </a:lvl7pPr>
            <a:lvl8pPr lvl="7" rtl="0">
              <a:spcBef>
                <a:spcPts val="0"/>
              </a:spcBef>
              <a:spcAft>
                <a:spcPts val="0"/>
              </a:spcAft>
              <a:buSzPts val="3900"/>
              <a:buNone/>
              <a:defRPr/>
            </a:lvl8pPr>
            <a:lvl9pPr lvl="8" rtl="0">
              <a:spcBef>
                <a:spcPts val="0"/>
              </a:spcBef>
              <a:spcAft>
                <a:spcPts val="0"/>
              </a:spcAft>
              <a:buSzPts val="3900"/>
              <a:buNone/>
              <a:defRPr/>
            </a:lvl9pPr>
          </a:lstStyle>
          <a:p>
            <a:endParaRPr/>
          </a:p>
        </p:txBody>
      </p:sp>
      <p:cxnSp>
        <p:nvCxnSpPr>
          <p:cNvPr id="90" name="Google Shape;90;p15"/>
          <p:cNvCxnSpPr/>
          <p:nvPr/>
        </p:nvCxnSpPr>
        <p:spPr>
          <a:xfrm>
            <a:off x="706050" y="539450"/>
            <a:ext cx="7731900" cy="0"/>
          </a:xfrm>
          <a:prstGeom prst="straightConnector1">
            <a:avLst/>
          </a:prstGeom>
          <a:noFill/>
          <a:ln w="9525" cap="flat" cmpd="sng">
            <a:solidFill>
              <a:schemeClr val="dk1"/>
            </a:solidFill>
            <a:prstDash val="solid"/>
            <a:round/>
            <a:headEnd type="none" w="med" len="med"/>
            <a:tailEnd type="none" w="med" len="med"/>
          </a:ln>
        </p:spPr>
      </p:cxnSp>
      <p:cxnSp>
        <p:nvCxnSpPr>
          <p:cNvPr id="91" name="Google Shape;91;p15"/>
          <p:cNvCxnSpPr/>
          <p:nvPr/>
        </p:nvCxnSpPr>
        <p:spPr>
          <a:xfrm>
            <a:off x="706050" y="4604450"/>
            <a:ext cx="7731900" cy="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14396494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38"/>
        <p:cNvGrpSpPr/>
        <p:nvPr/>
      </p:nvGrpSpPr>
      <p:grpSpPr>
        <a:xfrm>
          <a:off x="0" y="0"/>
          <a:ext cx="0" cy="0"/>
          <a:chOff x="0" y="0"/>
          <a:chExt cx="0" cy="0"/>
        </a:xfrm>
      </p:grpSpPr>
      <p:sp>
        <p:nvSpPr>
          <p:cNvPr id="139" name="Google Shape;139;p20"/>
          <p:cNvSpPr txBox="1">
            <a:spLocks noGrp="1"/>
          </p:cNvSpPr>
          <p:nvPr>
            <p:ph type="title"/>
          </p:nvPr>
        </p:nvSpPr>
        <p:spPr>
          <a:xfrm>
            <a:off x="5562600" y="2988175"/>
            <a:ext cx="2867100" cy="369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2600"/>
            </a:lvl1pPr>
            <a:lvl2pPr lvl="1" algn="r" rtl="0">
              <a:spcBef>
                <a:spcPts val="0"/>
              </a:spcBef>
              <a:spcAft>
                <a:spcPts val="0"/>
              </a:spcAft>
              <a:buSzPts val="3000"/>
              <a:buNone/>
              <a:defRPr sz="3000"/>
            </a:lvl2pPr>
            <a:lvl3pPr lvl="2" algn="r" rtl="0">
              <a:spcBef>
                <a:spcPts val="0"/>
              </a:spcBef>
              <a:spcAft>
                <a:spcPts val="0"/>
              </a:spcAft>
              <a:buSzPts val="3000"/>
              <a:buNone/>
              <a:defRPr sz="3000"/>
            </a:lvl3pPr>
            <a:lvl4pPr lvl="3" algn="r" rtl="0">
              <a:spcBef>
                <a:spcPts val="0"/>
              </a:spcBef>
              <a:spcAft>
                <a:spcPts val="0"/>
              </a:spcAft>
              <a:buSzPts val="3000"/>
              <a:buNone/>
              <a:defRPr sz="3000"/>
            </a:lvl4pPr>
            <a:lvl5pPr lvl="4" algn="r" rtl="0">
              <a:spcBef>
                <a:spcPts val="0"/>
              </a:spcBef>
              <a:spcAft>
                <a:spcPts val="0"/>
              </a:spcAft>
              <a:buSzPts val="3000"/>
              <a:buNone/>
              <a:defRPr sz="3000"/>
            </a:lvl5pPr>
            <a:lvl6pPr lvl="5" algn="r" rtl="0">
              <a:spcBef>
                <a:spcPts val="0"/>
              </a:spcBef>
              <a:spcAft>
                <a:spcPts val="0"/>
              </a:spcAft>
              <a:buSzPts val="3000"/>
              <a:buNone/>
              <a:defRPr sz="3000"/>
            </a:lvl6pPr>
            <a:lvl7pPr lvl="6" algn="r" rtl="0">
              <a:spcBef>
                <a:spcPts val="0"/>
              </a:spcBef>
              <a:spcAft>
                <a:spcPts val="0"/>
              </a:spcAft>
              <a:buSzPts val="3000"/>
              <a:buNone/>
              <a:defRPr sz="3000"/>
            </a:lvl7pPr>
            <a:lvl8pPr lvl="7" algn="r" rtl="0">
              <a:spcBef>
                <a:spcPts val="0"/>
              </a:spcBef>
              <a:spcAft>
                <a:spcPts val="0"/>
              </a:spcAft>
              <a:buSzPts val="3000"/>
              <a:buNone/>
              <a:defRPr sz="3000"/>
            </a:lvl8pPr>
            <a:lvl9pPr lvl="8" algn="r" rtl="0">
              <a:spcBef>
                <a:spcPts val="0"/>
              </a:spcBef>
              <a:spcAft>
                <a:spcPts val="0"/>
              </a:spcAft>
              <a:buSzPts val="3000"/>
              <a:buNone/>
              <a:defRPr sz="3000"/>
            </a:lvl9pPr>
          </a:lstStyle>
          <a:p>
            <a:endParaRPr/>
          </a:p>
        </p:txBody>
      </p:sp>
      <p:sp>
        <p:nvSpPr>
          <p:cNvPr id="140" name="Google Shape;140;p20"/>
          <p:cNvSpPr txBox="1">
            <a:spLocks noGrp="1"/>
          </p:cNvSpPr>
          <p:nvPr>
            <p:ph type="subTitle" idx="1"/>
          </p:nvPr>
        </p:nvSpPr>
        <p:spPr>
          <a:xfrm>
            <a:off x="4474125" y="1495425"/>
            <a:ext cx="3955500" cy="1000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800"/>
              <a:buNone/>
              <a:defRPr/>
            </a:lvl1pPr>
            <a:lvl2pPr lvl="1" algn="r" rtl="0">
              <a:lnSpc>
                <a:spcPct val="100000"/>
              </a:lnSpc>
              <a:spcBef>
                <a:spcPts val="0"/>
              </a:spcBef>
              <a:spcAft>
                <a:spcPts val="0"/>
              </a:spcAft>
              <a:buSzPts val="1800"/>
              <a:buNone/>
              <a:defRPr sz="1800"/>
            </a:lvl2pPr>
            <a:lvl3pPr lvl="2" algn="r" rtl="0">
              <a:lnSpc>
                <a:spcPct val="100000"/>
              </a:lnSpc>
              <a:spcBef>
                <a:spcPts val="0"/>
              </a:spcBef>
              <a:spcAft>
                <a:spcPts val="0"/>
              </a:spcAft>
              <a:buSzPts val="1800"/>
              <a:buNone/>
              <a:defRPr sz="1800"/>
            </a:lvl3pPr>
            <a:lvl4pPr lvl="3" algn="r" rtl="0">
              <a:lnSpc>
                <a:spcPct val="100000"/>
              </a:lnSpc>
              <a:spcBef>
                <a:spcPts val="0"/>
              </a:spcBef>
              <a:spcAft>
                <a:spcPts val="0"/>
              </a:spcAft>
              <a:buSzPts val="1800"/>
              <a:buNone/>
              <a:defRPr sz="1800"/>
            </a:lvl4pPr>
            <a:lvl5pPr lvl="4" algn="r" rtl="0">
              <a:lnSpc>
                <a:spcPct val="100000"/>
              </a:lnSpc>
              <a:spcBef>
                <a:spcPts val="0"/>
              </a:spcBef>
              <a:spcAft>
                <a:spcPts val="0"/>
              </a:spcAft>
              <a:buSzPts val="1800"/>
              <a:buNone/>
              <a:defRPr sz="1800"/>
            </a:lvl5pPr>
            <a:lvl6pPr lvl="5" algn="r" rtl="0">
              <a:lnSpc>
                <a:spcPct val="100000"/>
              </a:lnSpc>
              <a:spcBef>
                <a:spcPts val="0"/>
              </a:spcBef>
              <a:spcAft>
                <a:spcPts val="0"/>
              </a:spcAft>
              <a:buSzPts val="1800"/>
              <a:buNone/>
              <a:defRPr sz="1800"/>
            </a:lvl6pPr>
            <a:lvl7pPr lvl="6" algn="r" rtl="0">
              <a:lnSpc>
                <a:spcPct val="100000"/>
              </a:lnSpc>
              <a:spcBef>
                <a:spcPts val="0"/>
              </a:spcBef>
              <a:spcAft>
                <a:spcPts val="0"/>
              </a:spcAft>
              <a:buSzPts val="1800"/>
              <a:buNone/>
              <a:defRPr sz="1800"/>
            </a:lvl7pPr>
            <a:lvl8pPr lvl="7" algn="r" rtl="0">
              <a:lnSpc>
                <a:spcPct val="100000"/>
              </a:lnSpc>
              <a:spcBef>
                <a:spcPts val="0"/>
              </a:spcBef>
              <a:spcAft>
                <a:spcPts val="0"/>
              </a:spcAft>
              <a:buSzPts val="1800"/>
              <a:buNone/>
              <a:defRPr sz="1800"/>
            </a:lvl8pPr>
            <a:lvl9pPr lvl="8" algn="r" rtl="0">
              <a:lnSpc>
                <a:spcPct val="100000"/>
              </a:lnSpc>
              <a:spcBef>
                <a:spcPts val="0"/>
              </a:spcBef>
              <a:spcAft>
                <a:spcPts val="0"/>
              </a:spcAft>
              <a:buSzPts val="1800"/>
              <a:buNone/>
              <a:defRPr sz="1800"/>
            </a:lvl9pPr>
          </a:lstStyle>
          <a:p>
            <a:endParaRPr/>
          </a:p>
        </p:txBody>
      </p:sp>
    </p:spTree>
    <p:extLst>
      <p:ext uri="{BB962C8B-B14F-4D97-AF65-F5344CB8AC3E}">
        <p14:creationId xmlns:p14="http://schemas.microsoft.com/office/powerpoint/2010/main" val="979355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dk2"/>
            </a:gs>
            <a:gs pos="100000">
              <a:schemeClr val="lt1"/>
            </a:gs>
          </a:gsLst>
          <a:lin ang="8100019"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4300" y="549600"/>
            <a:ext cx="7715400" cy="4680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3900"/>
              <a:buFont typeface="Bebas Neue"/>
              <a:buNone/>
              <a:defRPr sz="3900">
                <a:solidFill>
                  <a:schemeClr val="dk1"/>
                </a:solidFill>
                <a:latin typeface="Bebas Neue"/>
                <a:ea typeface="Bebas Neue"/>
                <a:cs typeface="Bebas Neue"/>
                <a:sym typeface="Bebas Neue"/>
              </a:defRPr>
            </a:lvl1pPr>
            <a:lvl2pPr lvl="1">
              <a:lnSpc>
                <a:spcPct val="100000"/>
              </a:lnSpc>
              <a:spcBef>
                <a:spcPts val="0"/>
              </a:spcBef>
              <a:spcAft>
                <a:spcPts val="0"/>
              </a:spcAft>
              <a:buClr>
                <a:schemeClr val="dk1"/>
              </a:buClr>
              <a:buSzPts val="3900"/>
              <a:buFont typeface="Bebas Neue"/>
              <a:buNone/>
              <a:defRPr sz="3900">
                <a:solidFill>
                  <a:schemeClr val="dk1"/>
                </a:solidFill>
                <a:latin typeface="Bebas Neue"/>
                <a:ea typeface="Bebas Neue"/>
                <a:cs typeface="Bebas Neue"/>
                <a:sym typeface="Bebas Neue"/>
              </a:defRPr>
            </a:lvl2pPr>
            <a:lvl3pPr lvl="2">
              <a:lnSpc>
                <a:spcPct val="100000"/>
              </a:lnSpc>
              <a:spcBef>
                <a:spcPts val="0"/>
              </a:spcBef>
              <a:spcAft>
                <a:spcPts val="0"/>
              </a:spcAft>
              <a:buClr>
                <a:schemeClr val="dk1"/>
              </a:buClr>
              <a:buSzPts val="3900"/>
              <a:buFont typeface="Bebas Neue"/>
              <a:buNone/>
              <a:defRPr sz="3900">
                <a:solidFill>
                  <a:schemeClr val="dk1"/>
                </a:solidFill>
                <a:latin typeface="Bebas Neue"/>
                <a:ea typeface="Bebas Neue"/>
                <a:cs typeface="Bebas Neue"/>
                <a:sym typeface="Bebas Neue"/>
              </a:defRPr>
            </a:lvl3pPr>
            <a:lvl4pPr lvl="3">
              <a:lnSpc>
                <a:spcPct val="100000"/>
              </a:lnSpc>
              <a:spcBef>
                <a:spcPts val="0"/>
              </a:spcBef>
              <a:spcAft>
                <a:spcPts val="0"/>
              </a:spcAft>
              <a:buClr>
                <a:schemeClr val="dk1"/>
              </a:buClr>
              <a:buSzPts val="3900"/>
              <a:buFont typeface="Bebas Neue"/>
              <a:buNone/>
              <a:defRPr sz="3900">
                <a:solidFill>
                  <a:schemeClr val="dk1"/>
                </a:solidFill>
                <a:latin typeface="Bebas Neue"/>
                <a:ea typeface="Bebas Neue"/>
                <a:cs typeface="Bebas Neue"/>
                <a:sym typeface="Bebas Neue"/>
              </a:defRPr>
            </a:lvl4pPr>
            <a:lvl5pPr lvl="4">
              <a:lnSpc>
                <a:spcPct val="100000"/>
              </a:lnSpc>
              <a:spcBef>
                <a:spcPts val="0"/>
              </a:spcBef>
              <a:spcAft>
                <a:spcPts val="0"/>
              </a:spcAft>
              <a:buClr>
                <a:schemeClr val="dk1"/>
              </a:buClr>
              <a:buSzPts val="3900"/>
              <a:buFont typeface="Bebas Neue"/>
              <a:buNone/>
              <a:defRPr sz="3900">
                <a:solidFill>
                  <a:schemeClr val="dk1"/>
                </a:solidFill>
                <a:latin typeface="Bebas Neue"/>
                <a:ea typeface="Bebas Neue"/>
                <a:cs typeface="Bebas Neue"/>
                <a:sym typeface="Bebas Neue"/>
              </a:defRPr>
            </a:lvl5pPr>
            <a:lvl6pPr lvl="5">
              <a:lnSpc>
                <a:spcPct val="100000"/>
              </a:lnSpc>
              <a:spcBef>
                <a:spcPts val="0"/>
              </a:spcBef>
              <a:spcAft>
                <a:spcPts val="0"/>
              </a:spcAft>
              <a:buClr>
                <a:schemeClr val="dk1"/>
              </a:buClr>
              <a:buSzPts val="3900"/>
              <a:buFont typeface="Bebas Neue"/>
              <a:buNone/>
              <a:defRPr sz="3900">
                <a:solidFill>
                  <a:schemeClr val="dk1"/>
                </a:solidFill>
                <a:latin typeface="Bebas Neue"/>
                <a:ea typeface="Bebas Neue"/>
                <a:cs typeface="Bebas Neue"/>
                <a:sym typeface="Bebas Neue"/>
              </a:defRPr>
            </a:lvl6pPr>
            <a:lvl7pPr lvl="6">
              <a:lnSpc>
                <a:spcPct val="100000"/>
              </a:lnSpc>
              <a:spcBef>
                <a:spcPts val="0"/>
              </a:spcBef>
              <a:spcAft>
                <a:spcPts val="0"/>
              </a:spcAft>
              <a:buClr>
                <a:schemeClr val="dk1"/>
              </a:buClr>
              <a:buSzPts val="3900"/>
              <a:buFont typeface="Bebas Neue"/>
              <a:buNone/>
              <a:defRPr sz="3900">
                <a:solidFill>
                  <a:schemeClr val="dk1"/>
                </a:solidFill>
                <a:latin typeface="Bebas Neue"/>
                <a:ea typeface="Bebas Neue"/>
                <a:cs typeface="Bebas Neue"/>
                <a:sym typeface="Bebas Neue"/>
              </a:defRPr>
            </a:lvl7pPr>
            <a:lvl8pPr lvl="7">
              <a:lnSpc>
                <a:spcPct val="100000"/>
              </a:lnSpc>
              <a:spcBef>
                <a:spcPts val="0"/>
              </a:spcBef>
              <a:spcAft>
                <a:spcPts val="0"/>
              </a:spcAft>
              <a:buClr>
                <a:schemeClr val="dk1"/>
              </a:buClr>
              <a:buSzPts val="3900"/>
              <a:buFont typeface="Bebas Neue"/>
              <a:buNone/>
              <a:defRPr sz="3900">
                <a:solidFill>
                  <a:schemeClr val="dk1"/>
                </a:solidFill>
                <a:latin typeface="Bebas Neue"/>
                <a:ea typeface="Bebas Neue"/>
                <a:cs typeface="Bebas Neue"/>
                <a:sym typeface="Bebas Neue"/>
              </a:defRPr>
            </a:lvl8pPr>
            <a:lvl9pPr lvl="8">
              <a:lnSpc>
                <a:spcPct val="100000"/>
              </a:lnSpc>
              <a:spcBef>
                <a:spcPts val="0"/>
              </a:spcBef>
              <a:spcAft>
                <a:spcPts val="0"/>
              </a:spcAft>
              <a:buClr>
                <a:schemeClr val="dk1"/>
              </a:buClr>
              <a:buSzPts val="3900"/>
              <a:buFont typeface="Bebas Neue"/>
              <a:buNone/>
              <a:defRPr sz="39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4300" y="1152475"/>
            <a:ext cx="77154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Arimo"/>
              <a:buChar char="●"/>
              <a:defRPr sz="1800">
                <a:solidFill>
                  <a:schemeClr val="dk1"/>
                </a:solidFill>
                <a:latin typeface="Arimo"/>
                <a:ea typeface="Arimo"/>
                <a:cs typeface="Arimo"/>
                <a:sym typeface="Arimo"/>
              </a:defRPr>
            </a:lvl1pPr>
            <a:lvl2pPr marL="914400" lvl="1"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2pPr>
            <a:lvl3pPr marL="1371600" lvl="2"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3pPr>
            <a:lvl4pPr marL="1828800" lvl="3"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4pPr>
            <a:lvl5pPr marL="2286000" lvl="4"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5pPr>
            <a:lvl6pPr marL="2743200" lvl="5"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6pPr>
            <a:lvl7pPr marL="3200400" lvl="6"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7pPr>
            <a:lvl8pPr marL="3657600" lvl="7"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8pPr>
            <a:lvl9pPr marL="4114800" lvl="8"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3" r:id="rId3"/>
    <p:sldLayoutId id="2147483655" r:id="rId4"/>
    <p:sldLayoutId id="2147483658" r:id="rId5"/>
    <p:sldLayoutId id="2147483659" r:id="rId6"/>
    <p:sldLayoutId id="2147483669" r:id="rId7"/>
    <p:sldLayoutId id="2147483672" r:id="rId8"/>
    <p:sldLayoutId id="2147483675" r:id="rId9"/>
    <p:sldLayoutId id="2147483676" r:id="rId10"/>
    <p:sldLayoutId id="2147483680" r:id="rId11"/>
    <p:sldLayoutId id="2147483681" r:id="rId12"/>
    <p:sldLayoutId id="214748368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slide" Target="slide1.xml"/></Relationships>
</file>

<file path=ppt/slides/_rels/slide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slide" Target="slide1.xml"/><Relationship Id="rId4" Type="http://schemas.openxmlformats.org/officeDocument/2006/relationships/slide" Target="slide12.xml"/></Relationships>
</file>

<file path=ppt/slides/_rels/slide3.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slide" Target="slide1.xml"/></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 Target="slide7.xml"/><Relationship Id="rId7"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microsoft.com/office/2007/relationships/hdphoto" Target="../media/hdphoto1.wdp"/><Relationship Id="rId11" Type="http://schemas.microsoft.com/office/2007/relationships/hdphoto" Target="../media/hdphoto3.wdp"/><Relationship Id="rId5" Type="http://schemas.openxmlformats.org/officeDocument/2006/relationships/image" Target="../media/image1.png"/><Relationship Id="rId10" Type="http://schemas.openxmlformats.org/officeDocument/2006/relationships/image" Target="../media/image4.png"/><Relationship Id="rId4" Type="http://schemas.openxmlformats.org/officeDocument/2006/relationships/slide" Target="slide1.xml"/><Relationship Id="rId9" Type="http://schemas.microsoft.com/office/2007/relationships/hdphoto" Target="../media/hdphoto2.wdp"/></Relationships>
</file>

<file path=ppt/slides/_rels/slide5.xml.rels><?xml version="1.0" encoding="UTF-8" standalone="yes"?>
<Relationships xmlns="http://schemas.openxmlformats.org/package/2006/relationships"><Relationship Id="rId8" Type="http://schemas.microsoft.com/office/2007/relationships/hdphoto" Target="../media/hdphoto4.wdp"/><Relationship Id="rId13" Type="http://schemas.openxmlformats.org/officeDocument/2006/relationships/image" Target="../media/image8.png"/><Relationship Id="rId3" Type="http://schemas.openxmlformats.org/officeDocument/2006/relationships/slide" Target="slide7.xml"/><Relationship Id="rId7" Type="http://schemas.openxmlformats.org/officeDocument/2006/relationships/image" Target="../media/image5.png"/><Relationship Id="rId12" Type="http://schemas.microsoft.com/office/2007/relationships/hdphoto" Target="../media/hdphoto6.wdp"/><Relationship Id="rId2" Type="http://schemas.openxmlformats.org/officeDocument/2006/relationships/notesSlide" Target="../notesSlides/notesSlide5.xml"/><Relationship Id="rId16" Type="http://schemas.microsoft.com/office/2007/relationships/hdphoto" Target="../media/hdphoto8.wdp"/><Relationship Id="rId1" Type="http://schemas.openxmlformats.org/officeDocument/2006/relationships/slideLayout" Target="../slideLayouts/slideLayout6.xml"/><Relationship Id="rId6" Type="http://schemas.microsoft.com/office/2007/relationships/hdphoto" Target="../media/hdphoto3.wdp"/><Relationship Id="rId11" Type="http://schemas.openxmlformats.org/officeDocument/2006/relationships/image" Target="../media/image7.png"/><Relationship Id="rId5" Type="http://schemas.openxmlformats.org/officeDocument/2006/relationships/image" Target="../media/image4.png"/><Relationship Id="rId15" Type="http://schemas.openxmlformats.org/officeDocument/2006/relationships/image" Target="../media/image9.png"/><Relationship Id="rId10" Type="http://schemas.microsoft.com/office/2007/relationships/hdphoto" Target="../media/hdphoto5.wdp"/><Relationship Id="rId4" Type="http://schemas.openxmlformats.org/officeDocument/2006/relationships/slide" Target="slide1.xml"/><Relationship Id="rId9" Type="http://schemas.openxmlformats.org/officeDocument/2006/relationships/image" Target="../media/image6.png"/><Relationship Id="rId14" Type="http://schemas.microsoft.com/office/2007/relationships/hdphoto" Target="../media/hdphoto7.wdp"/></Relationships>
</file>

<file path=ppt/slides/_rels/slide6.xml.rels><?xml version="1.0" encoding="UTF-8" standalone="yes"?>
<Relationships xmlns="http://schemas.openxmlformats.org/package/2006/relationships"><Relationship Id="rId8" Type="http://schemas.microsoft.com/office/2007/relationships/hdphoto" Target="../media/hdphoto9.wdp"/><Relationship Id="rId13" Type="http://schemas.openxmlformats.org/officeDocument/2006/relationships/image" Target="../media/image13.png"/><Relationship Id="rId3" Type="http://schemas.openxmlformats.org/officeDocument/2006/relationships/slide" Target="slide7.xml"/><Relationship Id="rId7" Type="http://schemas.openxmlformats.org/officeDocument/2006/relationships/image" Target="../media/image10.png"/><Relationship Id="rId12" Type="http://schemas.microsoft.com/office/2007/relationships/hdphoto" Target="../media/hdphoto11.wdp"/><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microsoft.com/office/2007/relationships/hdphoto" Target="../media/hdphoto5.wdp"/><Relationship Id="rId11" Type="http://schemas.openxmlformats.org/officeDocument/2006/relationships/image" Target="../media/image12.png"/><Relationship Id="rId5" Type="http://schemas.openxmlformats.org/officeDocument/2006/relationships/image" Target="../media/image6.png"/><Relationship Id="rId10" Type="http://schemas.microsoft.com/office/2007/relationships/hdphoto" Target="../media/hdphoto10.wdp"/><Relationship Id="rId4" Type="http://schemas.openxmlformats.org/officeDocument/2006/relationships/slide" Target="slide1.xml"/><Relationship Id="rId9" Type="http://schemas.openxmlformats.org/officeDocument/2006/relationships/image" Target="../media/image11.png"/><Relationship Id="rId14" Type="http://schemas.microsoft.com/office/2007/relationships/hdphoto" Target="../media/hdphoto12.wdp"/></Relationships>
</file>

<file path=ppt/slides/_rels/slide7.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slide" Target="slide1.xml"/></Relationships>
</file>

<file path=ppt/slides/_rels/slide8.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slide" Target="slide1.xml"/></Relationships>
</file>

<file path=ppt/slides/_rels/slide9.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slide" Target="slide1.xml"/></Relationships>
</file>

<file path=ppt/slides/_rels/slide10.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slide" Target="slide1.xml"/></Relationships>
</file>

<file path=ppt/slides/_rels/slide11.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slide" Target="slide1.xml"/></Relationships>
</file>

<file path=ppt/slides/_rels/slide12.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slide" Target="slide1.xml"/></Relationships>
</file>

<file path=ppt/slides/_rels/slide13.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slide" Target="slide1.xml"/></Relationships>
</file>

<file path=ppt/slides/_rels/slide14.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14.xml"/><Relationship Id="rId1" Type="http://schemas.openxmlformats.org/officeDocument/2006/relationships/slideLayout" Target="../slideLayouts/slideLayout11.xml"/><Relationship Id="rId5" Type="http://schemas.openxmlformats.org/officeDocument/2006/relationships/slide" Target="slide1.xml"/><Relationship Id="rId4" Type="http://schemas.openxmlformats.org/officeDocument/2006/relationships/slide" Target="slide11.xml"/></Relationships>
</file>

<file path=ppt/slides/_rels/slide15.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slide" Target="slide1.xml"/><Relationship Id="rId4" Type="http://schemas.openxmlformats.org/officeDocument/2006/relationships/slide" Target="slide11.xml"/></Relationships>
</file>

<file path=ppt/slides/_rels/slide16.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slide" Target="slide1.xml"/><Relationship Id="rId4" Type="http://schemas.openxmlformats.org/officeDocument/2006/relationships/slide" Target="slide12.xml"/></Relationships>
</file>

<file path=ppt/slides/_rels/slide17.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slide" Target="slide1.xml"/></Relationships>
</file>

<file path=ppt/slides/_rels/slide18.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slide" Target="slide1.xml"/></Relationships>
</file>

<file path=ppt/slides/_rels/slide19.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19.xml"/><Relationship Id="rId1" Type="http://schemas.openxmlformats.org/officeDocument/2006/relationships/slideLayout" Target="../slideLayouts/slideLayout11.xml"/><Relationship Id="rId4" Type="http://schemas.openxmlformats.org/officeDocument/2006/relationships/slide" Target="slide1.xml"/></Relationships>
</file>

<file path=ppt/slides/_rels/slide20.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slide" Target="slide1.xml"/><Relationship Id="rId4" Type="http://schemas.openxmlformats.org/officeDocument/2006/relationships/slide" Target="slide11.xml"/></Relationships>
</file>

<file path=ppt/slides/_rels/slide21.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slide" Target="slide1.xml"/></Relationships>
</file>

<file path=ppt/slides/_rels/slide22.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22.xml"/><Relationship Id="rId1" Type="http://schemas.openxmlformats.org/officeDocument/2006/relationships/slideLayout" Target="../slideLayouts/slideLayout11.xml"/><Relationship Id="rId4" Type="http://schemas.openxmlformats.org/officeDocument/2006/relationships/slide" Target="slide1.xml"/></Relationships>
</file>

<file path=ppt/slides/_rels/slide23.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23.xml"/><Relationship Id="rId1" Type="http://schemas.openxmlformats.org/officeDocument/2006/relationships/slideLayout" Target="../slideLayouts/slideLayout13.xml"/><Relationship Id="rId5" Type="http://schemas.openxmlformats.org/officeDocument/2006/relationships/slide" Target="slide1.xml"/><Relationship Id="rId4" Type="http://schemas.openxmlformats.org/officeDocument/2006/relationships/slide" Target="slide11.xml"/></Relationships>
</file>

<file path=ppt/slides/_rels/slide24.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24.xml"/><Relationship Id="rId1" Type="http://schemas.openxmlformats.org/officeDocument/2006/relationships/slideLayout" Target="../slideLayouts/slideLayout11.xml"/><Relationship Id="rId4" Type="http://schemas.openxmlformats.org/officeDocument/2006/relationships/slide" Target="slide1.xml"/></Relationships>
</file>

<file path=ppt/slides/_rels/slide25.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25.xml"/><Relationship Id="rId1" Type="http://schemas.openxmlformats.org/officeDocument/2006/relationships/slideLayout" Target="../slideLayouts/slideLayout11.xml"/><Relationship Id="rId4" Type="http://schemas.openxmlformats.org/officeDocument/2006/relationships/slide" Target="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4"/>
          <p:cNvSpPr/>
          <p:nvPr/>
        </p:nvSpPr>
        <p:spPr>
          <a:xfrm>
            <a:off x="765538" y="3326253"/>
            <a:ext cx="3989400" cy="1018713"/>
          </a:xfrm>
          <a:prstGeom prst="roundRect">
            <a:avLst>
              <a:gd name="adj" fmla="val 50000"/>
            </a:avLst>
          </a:pr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9" name="Google Shape;239;p34"/>
          <p:cNvSpPr txBox="1">
            <a:spLocks noGrp="1"/>
          </p:cNvSpPr>
          <p:nvPr>
            <p:ph type="ctrTitle"/>
          </p:nvPr>
        </p:nvSpPr>
        <p:spPr>
          <a:xfrm>
            <a:off x="190933" y="1497131"/>
            <a:ext cx="5007300" cy="1099563"/>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accent3"/>
                </a:solidFill>
              </a:rPr>
              <a:t>       </a:t>
            </a:r>
            <a:r>
              <a:rPr lang="en" dirty="0">
                <a:solidFill>
                  <a:schemeClr val="lt2"/>
                </a:solidFill>
              </a:rPr>
              <a:t>POWER</a:t>
            </a:r>
            <a:r>
              <a:rPr lang="en" dirty="0"/>
              <a:t>  Bi</a:t>
            </a:r>
            <a:endParaRPr dirty="0"/>
          </a:p>
        </p:txBody>
      </p:sp>
      <p:sp>
        <p:nvSpPr>
          <p:cNvPr id="240" name="Google Shape;240;p34"/>
          <p:cNvSpPr txBox="1">
            <a:spLocks noGrp="1"/>
          </p:cNvSpPr>
          <p:nvPr>
            <p:ph type="subTitle" idx="1"/>
          </p:nvPr>
        </p:nvSpPr>
        <p:spPr>
          <a:xfrm>
            <a:off x="852538" y="3827192"/>
            <a:ext cx="3815400" cy="214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dirty="0" err="1"/>
              <a:t>Presenté</a:t>
            </a:r>
            <a:r>
              <a:rPr lang="fr-FR" dirty="0"/>
              <a:t> par:  </a:t>
            </a:r>
            <a:r>
              <a:rPr lang="fr-FR" dirty="0" err="1"/>
              <a:t>kawtar</a:t>
            </a:r>
            <a:r>
              <a:rPr lang="fr-FR" dirty="0"/>
              <a:t> </a:t>
            </a:r>
            <a:r>
              <a:rPr lang="fr-FR" dirty="0" err="1"/>
              <a:t>zaim</a:t>
            </a:r>
            <a:endParaRPr lang="fr-FR" dirty="0"/>
          </a:p>
          <a:p>
            <a:pPr marL="0" lvl="0" indent="0" algn="l" rtl="0">
              <a:spcBef>
                <a:spcPts val="0"/>
              </a:spcBef>
              <a:spcAft>
                <a:spcPts val="0"/>
              </a:spcAft>
              <a:buNone/>
            </a:pPr>
            <a:r>
              <a:rPr lang="fr-FR"/>
              <a:t>                        Filali </a:t>
            </a:r>
            <a:r>
              <a:rPr lang="fr-FR" dirty="0" err="1"/>
              <a:t>dahni</a:t>
            </a:r>
            <a:r>
              <a:rPr lang="fr-FR" dirty="0"/>
              <a:t> </a:t>
            </a:r>
            <a:r>
              <a:rPr lang="fr-FR" dirty="0" err="1"/>
              <a:t>fatima</a:t>
            </a:r>
            <a:r>
              <a:rPr lang="fr-FR" dirty="0"/>
              <a:t> </a:t>
            </a:r>
            <a:r>
              <a:rPr lang="fr-FR" dirty="0" err="1"/>
              <a:t>zohra</a:t>
            </a:r>
            <a:endParaRPr lang="fr-FR" dirty="0"/>
          </a:p>
          <a:p>
            <a:pPr marL="0" lvl="0" indent="0" algn="l" rtl="0">
              <a:spcBef>
                <a:spcPts val="0"/>
              </a:spcBef>
              <a:spcAft>
                <a:spcPts val="0"/>
              </a:spcAft>
              <a:buNone/>
            </a:pPr>
            <a:r>
              <a:rPr lang="fr-FR" dirty="0"/>
              <a:t>                        </a:t>
            </a:r>
            <a:r>
              <a:rPr lang="fr-FR" dirty="0" err="1"/>
              <a:t>Amcouille</a:t>
            </a:r>
            <a:r>
              <a:rPr lang="fr-FR" dirty="0"/>
              <a:t> Aicha</a:t>
            </a:r>
          </a:p>
          <a:p>
            <a:pPr marL="0" lvl="0" indent="0" algn="l" rtl="0">
              <a:spcBef>
                <a:spcPts val="0"/>
              </a:spcBef>
              <a:spcAft>
                <a:spcPts val="0"/>
              </a:spcAft>
              <a:buNone/>
            </a:pPr>
            <a:endParaRPr dirty="0"/>
          </a:p>
        </p:txBody>
      </p:sp>
      <p:sp>
        <p:nvSpPr>
          <p:cNvPr id="241" name="Google Shape;241;p34"/>
          <p:cNvSpPr/>
          <p:nvPr/>
        </p:nvSpPr>
        <p:spPr>
          <a:xfrm>
            <a:off x="3177536" y="4121512"/>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4"/>
          <p:cNvSpPr/>
          <p:nvPr/>
        </p:nvSpPr>
        <p:spPr>
          <a:xfrm rot="-1685758">
            <a:off x="4276753" y="4283822"/>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4"/>
          <p:cNvSpPr/>
          <p:nvPr/>
        </p:nvSpPr>
        <p:spPr>
          <a:xfrm>
            <a:off x="849500" y="1326279"/>
            <a:ext cx="1230024" cy="629849"/>
          </a:xfrm>
          <a:prstGeom prst="rect">
            <a:avLst/>
          </a:prstGeom>
        </p:spPr>
        <p:txBody>
          <a:bodyPr>
            <a:prstTxWarp prst="textPlain">
              <a:avLst/>
            </a:prstTxWarp>
          </a:bodyPr>
          <a:lstStyle/>
          <a:p>
            <a:pPr lvl="0" algn="ctr"/>
            <a:endParaRPr b="0" i="0" dirty="0">
              <a:ln w="9525" cap="flat" cmpd="sng">
                <a:solidFill>
                  <a:schemeClr val="dk1"/>
                </a:solidFill>
                <a:prstDash val="solid"/>
                <a:round/>
                <a:headEnd type="none" w="sm" len="sm"/>
                <a:tailEnd type="none" w="sm" len="sm"/>
              </a:ln>
              <a:noFill/>
              <a:latin typeface="Bebas Neue"/>
            </a:endParaRPr>
          </a:p>
        </p:txBody>
      </p:sp>
      <p:sp>
        <p:nvSpPr>
          <p:cNvPr id="244" name="Google Shape;244;p34"/>
          <p:cNvSpPr/>
          <p:nvPr/>
        </p:nvSpPr>
        <p:spPr>
          <a:xfrm>
            <a:off x="3870412" y="866903"/>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4"/>
          <p:cNvSpPr txBox="1"/>
          <p:nvPr/>
        </p:nvSpPr>
        <p:spPr>
          <a:xfrm>
            <a:off x="7062300" y="212749"/>
            <a:ext cx="1367400" cy="300900"/>
          </a:xfrm>
          <a:prstGeom prst="rect">
            <a:avLst/>
          </a:prstGeom>
          <a:noFill/>
          <a:ln>
            <a:noFill/>
          </a:ln>
        </p:spPr>
        <p:txBody>
          <a:bodyPr spcFirstLastPara="1" wrap="square" lIns="91425" tIns="91425" rIns="0" bIns="91425" anchor="ctr" anchorCtr="0">
            <a:noAutofit/>
          </a:bodyPr>
          <a:lstStyle/>
          <a:p>
            <a:pPr marL="0" lvl="0" indent="0" algn="r" rtl="0">
              <a:spcBef>
                <a:spcPts val="0"/>
              </a:spcBef>
              <a:spcAft>
                <a:spcPts val="0"/>
              </a:spcAft>
              <a:buNone/>
            </a:pPr>
            <a:r>
              <a:rPr lang="en">
                <a:solidFill>
                  <a:schemeClr val="lt2"/>
                </a:solidFill>
                <a:latin typeface="Bebas Neue"/>
                <a:ea typeface="Bebas Neue"/>
                <a:cs typeface="Bebas Neue"/>
                <a:sym typeface="Bebas Neue"/>
              </a:rPr>
              <a:t>Data ANALYSIS</a:t>
            </a:r>
            <a:endParaRPr>
              <a:solidFill>
                <a:schemeClr val="lt2"/>
              </a:solidFill>
            </a:endParaRPr>
          </a:p>
        </p:txBody>
      </p:sp>
      <p:sp>
        <p:nvSpPr>
          <p:cNvPr id="246" name="Google Shape;246;p34">
            <a:hlinkClick r:id="rId3" action="ppaction://hlinksldjump"/>
          </p:cNvPr>
          <p:cNvSpPr txBox="1"/>
          <p:nvPr/>
        </p:nvSpPr>
        <p:spPr>
          <a:xfrm>
            <a:off x="92245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MENU</a:t>
            </a:r>
            <a:endParaRPr sz="1000">
              <a:solidFill>
                <a:schemeClr val="dk1"/>
              </a:solidFill>
              <a:latin typeface="Bebas Neue"/>
              <a:ea typeface="Bebas Neue"/>
              <a:cs typeface="Bebas Neue"/>
              <a:sym typeface="Bebas Neue"/>
            </a:endParaRPr>
          </a:p>
        </p:txBody>
      </p:sp>
      <p:sp>
        <p:nvSpPr>
          <p:cNvPr id="247" name="Google Shape;247;p34">
            <a:hlinkClick r:id="" action="ppaction://noaction"/>
          </p:cNvPr>
          <p:cNvSpPr txBox="1"/>
          <p:nvPr/>
        </p:nvSpPr>
        <p:spPr>
          <a:xfrm>
            <a:off x="151793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ANALYSIS</a:t>
            </a:r>
            <a:endParaRPr sz="1000">
              <a:solidFill>
                <a:schemeClr val="dk1"/>
              </a:solidFill>
              <a:latin typeface="Bebas Neue"/>
              <a:ea typeface="Bebas Neue"/>
              <a:cs typeface="Bebas Neue"/>
              <a:sym typeface="Bebas Neue"/>
            </a:endParaRPr>
          </a:p>
        </p:txBody>
      </p:sp>
      <p:sp>
        <p:nvSpPr>
          <p:cNvPr id="248" name="Google Shape;248;p34">
            <a:hlinkClick r:id="" action="ppaction://noaction"/>
          </p:cNvPr>
          <p:cNvSpPr txBox="1"/>
          <p:nvPr/>
        </p:nvSpPr>
        <p:spPr>
          <a:xfrm>
            <a:off x="211341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CONTACT</a:t>
            </a:r>
            <a:endParaRPr sz="1000">
              <a:solidFill>
                <a:schemeClr val="dk1"/>
              </a:solidFill>
              <a:latin typeface="Bebas Neue"/>
              <a:ea typeface="Bebas Neue"/>
              <a:cs typeface="Bebas Neue"/>
              <a:sym typeface="Bebas Neue"/>
            </a:endParaRPr>
          </a:p>
        </p:txBody>
      </p:sp>
      <p:grpSp>
        <p:nvGrpSpPr>
          <p:cNvPr id="249" name="Google Shape;249;p34"/>
          <p:cNvGrpSpPr/>
          <p:nvPr/>
        </p:nvGrpSpPr>
        <p:grpSpPr>
          <a:xfrm>
            <a:off x="706038" y="312972"/>
            <a:ext cx="140222" cy="140409"/>
            <a:chOff x="2741000" y="199475"/>
            <a:chExt cx="191953" cy="192210"/>
          </a:xfrm>
        </p:grpSpPr>
        <p:sp>
          <p:nvSpPr>
            <p:cNvPr id="250" name="Google Shape;250;p34"/>
            <p:cNvSpPr/>
            <p:nvPr/>
          </p:nvSpPr>
          <p:spPr>
            <a:xfrm>
              <a:off x="2741000"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4"/>
            <p:cNvSpPr/>
            <p:nvPr/>
          </p:nvSpPr>
          <p:spPr>
            <a:xfrm>
              <a:off x="2741000"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4"/>
            <p:cNvSpPr/>
            <p:nvPr/>
          </p:nvSpPr>
          <p:spPr>
            <a:xfrm>
              <a:off x="2741000"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4"/>
            <p:cNvSpPr/>
            <p:nvPr/>
          </p:nvSpPr>
          <p:spPr>
            <a:xfrm>
              <a:off x="2815215"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4"/>
            <p:cNvSpPr/>
            <p:nvPr/>
          </p:nvSpPr>
          <p:spPr>
            <a:xfrm>
              <a:off x="2815215"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4"/>
            <p:cNvSpPr/>
            <p:nvPr/>
          </p:nvSpPr>
          <p:spPr>
            <a:xfrm>
              <a:off x="2815215"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4"/>
            <p:cNvSpPr/>
            <p:nvPr/>
          </p:nvSpPr>
          <p:spPr>
            <a:xfrm>
              <a:off x="2889453"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4"/>
            <p:cNvSpPr/>
            <p:nvPr/>
          </p:nvSpPr>
          <p:spPr>
            <a:xfrm>
              <a:off x="2889453"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4"/>
            <p:cNvSpPr/>
            <p:nvPr/>
          </p:nvSpPr>
          <p:spPr>
            <a:xfrm>
              <a:off x="2889453"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34"/>
          <p:cNvGrpSpPr/>
          <p:nvPr/>
        </p:nvGrpSpPr>
        <p:grpSpPr>
          <a:xfrm>
            <a:off x="5041963" y="757530"/>
            <a:ext cx="3701872" cy="3762679"/>
            <a:chOff x="5041963" y="757530"/>
            <a:chExt cx="3701872" cy="3762679"/>
          </a:xfrm>
        </p:grpSpPr>
        <p:sp>
          <p:nvSpPr>
            <p:cNvPr id="260" name="Google Shape;260;p34"/>
            <p:cNvSpPr/>
            <p:nvPr/>
          </p:nvSpPr>
          <p:spPr>
            <a:xfrm rot="7198710">
              <a:off x="6604948" y="1367176"/>
              <a:ext cx="630918" cy="627700"/>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1" name="Google Shape;261;p34"/>
            <p:cNvGrpSpPr/>
            <p:nvPr/>
          </p:nvGrpSpPr>
          <p:grpSpPr>
            <a:xfrm>
              <a:off x="5536526" y="2174241"/>
              <a:ext cx="858975" cy="300968"/>
              <a:chOff x="2271950" y="2722775"/>
              <a:chExt cx="575875" cy="201775"/>
            </a:xfrm>
          </p:grpSpPr>
          <p:sp>
            <p:nvSpPr>
              <p:cNvPr id="262" name="Google Shape;262;p34"/>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4"/>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4"/>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4"/>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4"/>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7" name="Google Shape;267;p34"/>
            <p:cNvSpPr/>
            <p:nvPr/>
          </p:nvSpPr>
          <p:spPr>
            <a:xfrm rot="8100000">
              <a:off x="6648045" y="2782815"/>
              <a:ext cx="969401" cy="964456"/>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4"/>
            <p:cNvSpPr/>
            <p:nvPr/>
          </p:nvSpPr>
          <p:spPr>
            <a:xfrm rot="7198710">
              <a:off x="5934873" y="3298064"/>
              <a:ext cx="630918" cy="627700"/>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9" name="Google Shape;269;p34"/>
            <p:cNvGrpSpPr/>
            <p:nvPr/>
          </p:nvGrpSpPr>
          <p:grpSpPr>
            <a:xfrm>
              <a:off x="6056200" y="1535350"/>
              <a:ext cx="2293204" cy="1710167"/>
              <a:chOff x="1062800" y="1986296"/>
              <a:chExt cx="2169540" cy="1617945"/>
            </a:xfrm>
          </p:grpSpPr>
          <p:sp>
            <p:nvSpPr>
              <p:cNvPr id="270" name="Google Shape;270;p34"/>
              <p:cNvSpPr/>
              <p:nvPr/>
            </p:nvSpPr>
            <p:spPr>
              <a:xfrm>
                <a:off x="1062800" y="1986296"/>
                <a:ext cx="2169540" cy="1617945"/>
              </a:xfrm>
              <a:custGeom>
                <a:avLst/>
                <a:gdLst/>
                <a:ahLst/>
                <a:cxnLst/>
                <a:rect l="l" t="t" r="r" b="b"/>
                <a:pathLst>
                  <a:path w="66074" h="49275" extrusionOk="0">
                    <a:moveTo>
                      <a:pt x="65878" y="35219"/>
                    </a:moveTo>
                    <a:lnTo>
                      <a:pt x="65308" y="32298"/>
                    </a:lnTo>
                    <a:lnTo>
                      <a:pt x="60694" y="33188"/>
                    </a:lnTo>
                    <a:lnTo>
                      <a:pt x="54601" y="1710"/>
                    </a:lnTo>
                    <a:cubicBezTo>
                      <a:pt x="54387" y="677"/>
                      <a:pt x="53390" y="0"/>
                      <a:pt x="52374" y="196"/>
                    </a:cubicBezTo>
                    <a:lnTo>
                      <a:pt x="1693" y="10012"/>
                    </a:lnTo>
                    <a:cubicBezTo>
                      <a:pt x="677" y="10208"/>
                      <a:pt x="0" y="11205"/>
                      <a:pt x="196" y="12239"/>
                    </a:cubicBezTo>
                    <a:lnTo>
                      <a:pt x="6307" y="43752"/>
                    </a:lnTo>
                    <a:lnTo>
                      <a:pt x="1693" y="44643"/>
                    </a:lnTo>
                    <a:lnTo>
                      <a:pt x="2263" y="47547"/>
                    </a:lnTo>
                    <a:cubicBezTo>
                      <a:pt x="2459" y="48598"/>
                      <a:pt x="3474" y="49275"/>
                      <a:pt x="4525" y="49079"/>
                    </a:cubicBezTo>
                    <a:lnTo>
                      <a:pt x="64346" y="37481"/>
                    </a:lnTo>
                    <a:cubicBezTo>
                      <a:pt x="65397" y="37286"/>
                      <a:pt x="66074" y="36270"/>
                      <a:pt x="65878" y="35219"/>
                    </a:cubicBezTo>
                    <a:close/>
                  </a:path>
                </a:pathLst>
              </a:custGeom>
              <a:gradFill>
                <a:gsLst>
                  <a:gs pos="0">
                    <a:schemeClr val="dk2"/>
                  </a:gs>
                  <a:gs pos="100000">
                    <a:schemeClr val="lt1"/>
                  </a:gs>
                </a:gsLst>
                <a:lin ang="5400012" scaled="0"/>
              </a:gra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4"/>
              <p:cNvSpPr/>
              <p:nvPr/>
            </p:nvSpPr>
            <p:spPr>
              <a:xfrm>
                <a:off x="1062800" y="1986854"/>
                <a:ext cx="1993479" cy="1436072"/>
              </a:xfrm>
              <a:custGeom>
                <a:avLst/>
                <a:gdLst/>
                <a:ahLst/>
                <a:cxnLst/>
                <a:rect l="l" t="t" r="r" b="b"/>
                <a:pathLst>
                  <a:path w="60712" h="43736" fill="none" extrusionOk="0">
                    <a:moveTo>
                      <a:pt x="60712" y="33189"/>
                    </a:moveTo>
                    <a:lnTo>
                      <a:pt x="6307" y="43735"/>
                    </a:lnTo>
                    <a:lnTo>
                      <a:pt x="196" y="12239"/>
                    </a:lnTo>
                    <a:cubicBezTo>
                      <a:pt x="0" y="11206"/>
                      <a:pt x="677" y="10209"/>
                      <a:pt x="1710" y="10013"/>
                    </a:cubicBezTo>
                    <a:lnTo>
                      <a:pt x="52357" y="197"/>
                    </a:lnTo>
                    <a:cubicBezTo>
                      <a:pt x="53390" y="1"/>
                      <a:pt x="54387" y="678"/>
                      <a:pt x="54583" y="171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4"/>
              <p:cNvSpPr/>
              <p:nvPr/>
            </p:nvSpPr>
            <p:spPr>
              <a:xfrm>
                <a:off x="1163997" y="2090415"/>
                <a:ext cx="1791675" cy="1259977"/>
              </a:xfrm>
              <a:custGeom>
                <a:avLst/>
                <a:gdLst/>
                <a:ahLst/>
                <a:cxnLst/>
                <a:rect l="l" t="t" r="r" b="b"/>
                <a:pathLst>
                  <a:path w="54566" h="38373" fill="none" extrusionOk="0">
                    <a:moveTo>
                      <a:pt x="0" y="9495"/>
                    </a:moveTo>
                    <a:lnTo>
                      <a:pt x="48972" y="0"/>
                    </a:lnTo>
                    <a:lnTo>
                      <a:pt x="54565" y="28895"/>
                    </a:lnTo>
                    <a:lnTo>
                      <a:pt x="5612" y="38372"/>
                    </a:ln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4"/>
              <p:cNvSpPr/>
              <p:nvPr/>
            </p:nvSpPr>
            <p:spPr>
              <a:xfrm>
                <a:off x="1118356" y="3046759"/>
                <a:ext cx="2113983" cy="557473"/>
              </a:xfrm>
              <a:custGeom>
                <a:avLst/>
                <a:gdLst/>
                <a:ahLst/>
                <a:cxnLst/>
                <a:rect l="l" t="t" r="r" b="b"/>
                <a:pathLst>
                  <a:path w="64382" h="16978" fill="none" extrusionOk="0">
                    <a:moveTo>
                      <a:pt x="1" y="12346"/>
                    </a:moveTo>
                    <a:lnTo>
                      <a:pt x="63616" y="1"/>
                    </a:lnTo>
                    <a:lnTo>
                      <a:pt x="64186" y="2922"/>
                    </a:lnTo>
                    <a:cubicBezTo>
                      <a:pt x="64382" y="3973"/>
                      <a:pt x="63705" y="4989"/>
                      <a:pt x="62654" y="5184"/>
                    </a:cubicBezTo>
                    <a:lnTo>
                      <a:pt x="2833" y="16782"/>
                    </a:lnTo>
                    <a:cubicBezTo>
                      <a:pt x="1782" y="16978"/>
                      <a:pt x="767" y="16301"/>
                      <a:pt x="571" y="15250"/>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4"/>
              <p:cNvSpPr/>
              <p:nvPr/>
            </p:nvSpPr>
            <p:spPr>
              <a:xfrm>
                <a:off x="1884028" y="3195336"/>
                <a:ext cx="567422" cy="149760"/>
              </a:xfrm>
              <a:custGeom>
                <a:avLst/>
                <a:gdLst/>
                <a:ahLst/>
                <a:cxnLst/>
                <a:rect l="l" t="t" r="r" b="b"/>
                <a:pathLst>
                  <a:path w="17281" h="4561" fill="none" extrusionOk="0">
                    <a:moveTo>
                      <a:pt x="1" y="3314"/>
                    </a:moveTo>
                    <a:lnTo>
                      <a:pt x="17067" y="0"/>
                    </a:lnTo>
                    <a:lnTo>
                      <a:pt x="17227" y="784"/>
                    </a:lnTo>
                    <a:cubicBezTo>
                      <a:pt x="17281" y="1069"/>
                      <a:pt x="17085" y="1336"/>
                      <a:pt x="16817" y="1390"/>
                    </a:cubicBezTo>
                    <a:lnTo>
                      <a:pt x="767" y="4507"/>
                    </a:lnTo>
                    <a:cubicBezTo>
                      <a:pt x="482" y="4561"/>
                      <a:pt x="214" y="4383"/>
                      <a:pt x="161" y="4098"/>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4"/>
              <p:cNvSpPr/>
              <p:nvPr/>
            </p:nvSpPr>
            <p:spPr>
              <a:xfrm>
                <a:off x="1365799" y="2636719"/>
                <a:ext cx="115842" cy="432897"/>
              </a:xfrm>
              <a:custGeom>
                <a:avLst/>
                <a:gdLst/>
                <a:ahLst/>
                <a:cxnLst/>
                <a:rect l="l" t="t" r="r" b="b"/>
                <a:pathLst>
                  <a:path w="3528" h="13184" fill="none" extrusionOk="0">
                    <a:moveTo>
                      <a:pt x="2530" y="13183"/>
                    </a:moveTo>
                    <a:lnTo>
                      <a:pt x="0" y="197"/>
                    </a:lnTo>
                    <a:lnTo>
                      <a:pt x="998" y="1"/>
                    </a:lnTo>
                    <a:lnTo>
                      <a:pt x="3527" y="12987"/>
                    </a:ln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4"/>
              <p:cNvSpPr/>
              <p:nvPr/>
            </p:nvSpPr>
            <p:spPr>
              <a:xfrm>
                <a:off x="1549443" y="2765989"/>
                <a:ext cx="84846" cy="267934"/>
              </a:xfrm>
              <a:custGeom>
                <a:avLst/>
                <a:gdLst/>
                <a:ahLst/>
                <a:cxnLst/>
                <a:rect l="l" t="t" r="r" b="b"/>
                <a:pathLst>
                  <a:path w="2584" h="8160" fill="none" extrusionOk="0">
                    <a:moveTo>
                      <a:pt x="998" y="1"/>
                    </a:moveTo>
                    <a:lnTo>
                      <a:pt x="2584" y="7964"/>
                    </a:lnTo>
                    <a:lnTo>
                      <a:pt x="1586" y="8160"/>
                    </a:lnTo>
                    <a:lnTo>
                      <a:pt x="1" y="197"/>
                    </a:ln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4"/>
              <p:cNvSpPr/>
              <p:nvPr/>
            </p:nvSpPr>
            <p:spPr>
              <a:xfrm>
                <a:off x="1641873" y="2453633"/>
                <a:ext cx="139844" cy="551037"/>
              </a:xfrm>
              <a:custGeom>
                <a:avLst/>
                <a:gdLst/>
                <a:ahLst/>
                <a:cxnLst/>
                <a:rect l="l" t="t" r="r" b="b"/>
                <a:pathLst>
                  <a:path w="4259" h="16782" fill="none" extrusionOk="0">
                    <a:moveTo>
                      <a:pt x="3261" y="16782"/>
                    </a:moveTo>
                    <a:lnTo>
                      <a:pt x="0" y="197"/>
                    </a:lnTo>
                    <a:lnTo>
                      <a:pt x="998" y="1"/>
                    </a:lnTo>
                    <a:lnTo>
                      <a:pt x="4258" y="16586"/>
                    </a:ln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4"/>
              <p:cNvSpPr/>
              <p:nvPr/>
            </p:nvSpPr>
            <p:spPr>
              <a:xfrm>
                <a:off x="1831985" y="2644337"/>
                <a:ext cx="97126" cy="331108"/>
              </a:xfrm>
              <a:custGeom>
                <a:avLst/>
                <a:gdLst/>
                <a:ahLst/>
                <a:cxnLst/>
                <a:rect l="l" t="t" r="r" b="b"/>
                <a:pathLst>
                  <a:path w="2958" h="10084" fill="none" extrusionOk="0">
                    <a:moveTo>
                      <a:pt x="1960" y="10083"/>
                    </a:moveTo>
                    <a:lnTo>
                      <a:pt x="0" y="196"/>
                    </a:lnTo>
                    <a:lnTo>
                      <a:pt x="998" y="0"/>
                    </a:lnTo>
                    <a:lnTo>
                      <a:pt x="2957" y="9887"/>
                    </a:ln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4"/>
              <p:cNvSpPr/>
              <p:nvPr/>
            </p:nvSpPr>
            <p:spPr>
              <a:xfrm>
                <a:off x="1959483" y="2513293"/>
                <a:ext cx="117024" cy="433488"/>
              </a:xfrm>
              <a:custGeom>
                <a:avLst/>
                <a:gdLst/>
                <a:ahLst/>
                <a:cxnLst/>
                <a:rect l="l" t="t" r="r" b="b"/>
                <a:pathLst>
                  <a:path w="3564" h="13202" fill="none" extrusionOk="0">
                    <a:moveTo>
                      <a:pt x="2566" y="13201"/>
                    </a:moveTo>
                    <a:lnTo>
                      <a:pt x="1" y="197"/>
                    </a:lnTo>
                    <a:lnTo>
                      <a:pt x="998" y="1"/>
                    </a:lnTo>
                    <a:lnTo>
                      <a:pt x="3564" y="13005"/>
                    </a:ln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4"/>
              <p:cNvSpPr/>
              <p:nvPr/>
            </p:nvSpPr>
            <p:spPr>
              <a:xfrm>
                <a:off x="2106877" y="2484629"/>
                <a:ext cx="117024" cy="432897"/>
              </a:xfrm>
              <a:custGeom>
                <a:avLst/>
                <a:gdLst/>
                <a:ahLst/>
                <a:cxnLst/>
                <a:rect l="l" t="t" r="r" b="b"/>
                <a:pathLst>
                  <a:path w="3564" h="13184" fill="none" extrusionOk="0">
                    <a:moveTo>
                      <a:pt x="2566" y="13184"/>
                    </a:moveTo>
                    <a:lnTo>
                      <a:pt x="1" y="197"/>
                    </a:lnTo>
                    <a:lnTo>
                      <a:pt x="998" y="1"/>
                    </a:lnTo>
                    <a:lnTo>
                      <a:pt x="3564" y="12988"/>
                    </a:ln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4"/>
              <p:cNvSpPr/>
              <p:nvPr/>
            </p:nvSpPr>
            <p:spPr>
              <a:xfrm>
                <a:off x="2254305" y="2455406"/>
                <a:ext cx="116991" cy="433455"/>
              </a:xfrm>
              <a:custGeom>
                <a:avLst/>
                <a:gdLst/>
                <a:ahLst/>
                <a:cxnLst/>
                <a:rect l="l" t="t" r="r" b="b"/>
                <a:pathLst>
                  <a:path w="3563" h="13201" fill="none" extrusionOk="0">
                    <a:moveTo>
                      <a:pt x="2565" y="13201"/>
                    </a:moveTo>
                    <a:lnTo>
                      <a:pt x="0" y="196"/>
                    </a:lnTo>
                    <a:lnTo>
                      <a:pt x="998" y="0"/>
                    </a:lnTo>
                    <a:lnTo>
                      <a:pt x="3563" y="13005"/>
                    </a:ln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4"/>
              <p:cNvSpPr/>
              <p:nvPr/>
            </p:nvSpPr>
            <p:spPr>
              <a:xfrm>
                <a:off x="2478303" y="2670637"/>
                <a:ext cx="67903" cy="183712"/>
              </a:xfrm>
              <a:custGeom>
                <a:avLst/>
                <a:gdLst/>
                <a:ahLst/>
                <a:cxnLst/>
                <a:rect l="l" t="t" r="r" b="b"/>
                <a:pathLst>
                  <a:path w="2068" h="5595" fill="none" extrusionOk="0">
                    <a:moveTo>
                      <a:pt x="1070" y="5595"/>
                    </a:moveTo>
                    <a:lnTo>
                      <a:pt x="1" y="197"/>
                    </a:lnTo>
                    <a:lnTo>
                      <a:pt x="999" y="1"/>
                    </a:lnTo>
                    <a:lnTo>
                      <a:pt x="2067" y="5399"/>
                    </a:ln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4"/>
              <p:cNvSpPr/>
              <p:nvPr/>
            </p:nvSpPr>
            <p:spPr>
              <a:xfrm>
                <a:off x="1399126" y="2873030"/>
                <a:ext cx="1336023" cy="256244"/>
              </a:xfrm>
              <a:custGeom>
                <a:avLst/>
                <a:gdLst/>
                <a:ahLst/>
                <a:cxnLst/>
                <a:rect l="l" t="t" r="r" b="b"/>
                <a:pathLst>
                  <a:path w="40689" h="7804" fill="none" extrusionOk="0">
                    <a:moveTo>
                      <a:pt x="40688" y="1"/>
                    </a:moveTo>
                    <a:lnTo>
                      <a:pt x="1" y="7803"/>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4" name="Google Shape;284;p34"/>
            <p:cNvGrpSpPr/>
            <p:nvPr/>
          </p:nvGrpSpPr>
          <p:grpSpPr>
            <a:xfrm>
              <a:off x="7524694" y="2964516"/>
              <a:ext cx="953591" cy="334099"/>
              <a:chOff x="2271950" y="2722775"/>
              <a:chExt cx="575875" cy="201775"/>
            </a:xfrm>
          </p:grpSpPr>
          <p:sp>
            <p:nvSpPr>
              <p:cNvPr id="285" name="Google Shape;285;p34"/>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4"/>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4"/>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4"/>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4"/>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0" name="Google Shape;290;p34"/>
            <p:cNvGrpSpPr/>
            <p:nvPr/>
          </p:nvGrpSpPr>
          <p:grpSpPr>
            <a:xfrm>
              <a:off x="7653574" y="1141618"/>
              <a:ext cx="695830" cy="643529"/>
              <a:chOff x="3407216" y="1944760"/>
              <a:chExt cx="535831" cy="495479"/>
            </a:xfrm>
          </p:grpSpPr>
          <p:sp>
            <p:nvSpPr>
              <p:cNvPr id="291" name="Google Shape;291;p34"/>
              <p:cNvSpPr/>
              <p:nvPr/>
            </p:nvSpPr>
            <p:spPr>
              <a:xfrm>
                <a:off x="3747055" y="2059977"/>
                <a:ext cx="195992" cy="130486"/>
              </a:xfrm>
              <a:custGeom>
                <a:avLst/>
                <a:gdLst/>
                <a:ahLst/>
                <a:cxnLst/>
                <a:rect l="l" t="t" r="r" b="b"/>
                <a:pathLst>
                  <a:path w="5969" h="3974" extrusionOk="0">
                    <a:moveTo>
                      <a:pt x="1" y="3973"/>
                    </a:moveTo>
                    <a:lnTo>
                      <a:pt x="5968" y="3973"/>
                    </a:lnTo>
                    <a:cubicBezTo>
                      <a:pt x="5951" y="2495"/>
                      <a:pt x="5380" y="1087"/>
                      <a:pt x="4383" y="1"/>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4"/>
              <p:cNvSpPr/>
              <p:nvPr/>
            </p:nvSpPr>
            <p:spPr>
              <a:xfrm>
                <a:off x="3715468" y="1944760"/>
                <a:ext cx="143916" cy="193628"/>
              </a:xfrm>
              <a:custGeom>
                <a:avLst/>
                <a:gdLst/>
                <a:ahLst/>
                <a:cxnLst/>
                <a:rect l="l" t="t" r="r" b="b"/>
                <a:pathLst>
                  <a:path w="4383" h="5897" extrusionOk="0">
                    <a:moveTo>
                      <a:pt x="1" y="0"/>
                    </a:moveTo>
                    <a:lnTo>
                      <a:pt x="1" y="5897"/>
                    </a:lnTo>
                    <a:lnTo>
                      <a:pt x="4383" y="1924"/>
                    </a:lnTo>
                    <a:cubicBezTo>
                      <a:pt x="3261" y="695"/>
                      <a:pt x="1675" y="0"/>
                      <a:pt x="1" y="0"/>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4"/>
              <p:cNvSpPr/>
              <p:nvPr/>
            </p:nvSpPr>
            <p:spPr>
              <a:xfrm>
                <a:off x="3407216" y="2031904"/>
                <a:ext cx="459197" cy="408336"/>
              </a:xfrm>
              <a:custGeom>
                <a:avLst/>
                <a:gdLst/>
                <a:ahLst/>
                <a:cxnLst/>
                <a:rect l="l" t="t" r="r" b="b"/>
                <a:pathLst>
                  <a:path w="13985" h="12436" extrusionOk="0">
                    <a:moveTo>
                      <a:pt x="13985" y="5986"/>
                    </a:moveTo>
                    <a:lnTo>
                      <a:pt x="13985" y="5897"/>
                    </a:lnTo>
                    <a:lnTo>
                      <a:pt x="7999" y="5897"/>
                    </a:lnTo>
                    <a:lnTo>
                      <a:pt x="7999" y="1"/>
                    </a:lnTo>
                    <a:cubicBezTo>
                      <a:pt x="2673" y="1"/>
                      <a:pt x="0" y="6449"/>
                      <a:pt x="3777" y="10208"/>
                    </a:cubicBezTo>
                    <a:cubicBezTo>
                      <a:pt x="5487" y="11918"/>
                      <a:pt x="8053" y="12435"/>
                      <a:pt x="10297" y="11509"/>
                    </a:cubicBezTo>
                    <a:cubicBezTo>
                      <a:pt x="12524" y="10582"/>
                      <a:pt x="13985" y="8409"/>
                      <a:pt x="13985" y="5986"/>
                    </a:cubicBezTo>
                    <a:close/>
                  </a:path>
                </a:pathLst>
              </a:custGeom>
              <a:gradFill>
                <a:gsLst>
                  <a:gs pos="0">
                    <a:schemeClr val="lt1"/>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4" name="Google Shape;294;p34"/>
            <p:cNvSpPr/>
            <p:nvPr/>
          </p:nvSpPr>
          <p:spPr>
            <a:xfrm>
              <a:off x="8170289" y="4203881"/>
              <a:ext cx="140247" cy="141086"/>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4"/>
            <p:cNvSpPr/>
            <p:nvPr/>
          </p:nvSpPr>
          <p:spPr>
            <a:xfrm>
              <a:off x="8030063" y="757530"/>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4"/>
            <p:cNvSpPr/>
            <p:nvPr/>
          </p:nvSpPr>
          <p:spPr>
            <a:xfrm>
              <a:off x="5256650" y="3893001"/>
              <a:ext cx="262479" cy="262448"/>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4"/>
            <p:cNvSpPr/>
            <p:nvPr/>
          </p:nvSpPr>
          <p:spPr>
            <a:xfrm>
              <a:off x="7082963" y="910513"/>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4"/>
            <p:cNvSpPr/>
            <p:nvPr/>
          </p:nvSpPr>
          <p:spPr>
            <a:xfrm>
              <a:off x="5653275" y="883381"/>
              <a:ext cx="107827" cy="107819"/>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4"/>
            <p:cNvSpPr/>
            <p:nvPr/>
          </p:nvSpPr>
          <p:spPr>
            <a:xfrm>
              <a:off x="5041963" y="2824293"/>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4"/>
            <p:cNvSpPr/>
            <p:nvPr/>
          </p:nvSpPr>
          <p:spPr>
            <a:xfrm>
              <a:off x="5692426" y="4028640"/>
              <a:ext cx="416654" cy="491569"/>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4"/>
            <p:cNvSpPr/>
            <p:nvPr/>
          </p:nvSpPr>
          <p:spPr>
            <a:xfrm rot="-1685758">
              <a:off x="6377366" y="1295459"/>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4"/>
            <p:cNvSpPr/>
            <p:nvPr/>
          </p:nvSpPr>
          <p:spPr>
            <a:xfrm rot="-1685758">
              <a:off x="7465216" y="4052484"/>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4"/>
            <p:cNvSpPr/>
            <p:nvPr/>
          </p:nvSpPr>
          <p:spPr>
            <a:xfrm>
              <a:off x="6575627" y="3816888"/>
              <a:ext cx="335779" cy="396117"/>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4"/>
            <p:cNvSpPr/>
            <p:nvPr/>
          </p:nvSpPr>
          <p:spPr>
            <a:xfrm>
              <a:off x="5138089" y="1527749"/>
              <a:ext cx="107827" cy="108460"/>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5" name="Google Shape;305;p34"/>
            <p:cNvGrpSpPr/>
            <p:nvPr/>
          </p:nvGrpSpPr>
          <p:grpSpPr>
            <a:xfrm>
              <a:off x="6882732" y="2040297"/>
              <a:ext cx="1861102" cy="1904111"/>
              <a:chOff x="6882732" y="2040297"/>
              <a:chExt cx="1861102" cy="1904111"/>
            </a:xfrm>
          </p:grpSpPr>
          <p:grpSp>
            <p:nvGrpSpPr>
              <p:cNvPr id="306" name="Google Shape;306;p34"/>
              <p:cNvGrpSpPr/>
              <p:nvPr/>
            </p:nvGrpSpPr>
            <p:grpSpPr>
              <a:xfrm rot="1800000">
                <a:off x="7153488" y="2273972"/>
                <a:ext cx="1319590" cy="1436760"/>
                <a:chOff x="2956444" y="-416775"/>
                <a:chExt cx="1627918" cy="1772276"/>
              </a:xfrm>
            </p:grpSpPr>
            <p:sp>
              <p:nvSpPr>
                <p:cNvPr id="307" name="Google Shape;307;p34"/>
                <p:cNvSpPr/>
                <p:nvPr/>
              </p:nvSpPr>
              <p:spPr>
                <a:xfrm rot="-1685758">
                  <a:off x="3256913" y="-103587"/>
                  <a:ext cx="989043" cy="989043"/>
                </a:xfrm>
                <a:custGeom>
                  <a:avLst/>
                  <a:gdLst/>
                  <a:ahLst/>
                  <a:cxnLst/>
                  <a:rect l="l" t="t" r="r" b="b"/>
                  <a:pathLst>
                    <a:path w="28717" h="28717" extrusionOk="0">
                      <a:moveTo>
                        <a:pt x="27541" y="12221"/>
                      </a:moveTo>
                      <a:cubicBezTo>
                        <a:pt x="28717" y="19507"/>
                        <a:pt x="23765" y="26365"/>
                        <a:pt x="16479" y="27541"/>
                      </a:cubicBezTo>
                      <a:cubicBezTo>
                        <a:pt x="9210" y="28717"/>
                        <a:pt x="2352" y="23765"/>
                        <a:pt x="1176" y="16478"/>
                      </a:cubicBezTo>
                      <a:cubicBezTo>
                        <a:pt x="0" y="9192"/>
                        <a:pt x="4953" y="2334"/>
                        <a:pt x="12239" y="1158"/>
                      </a:cubicBezTo>
                      <a:cubicBezTo>
                        <a:pt x="19525" y="0"/>
                        <a:pt x="26383" y="4953"/>
                        <a:pt x="27541" y="12221"/>
                      </a:cubicBezTo>
                      <a:close/>
                    </a:path>
                  </a:pathLst>
                </a:custGeom>
                <a:gradFill>
                  <a:gsLst>
                    <a:gs pos="0">
                      <a:schemeClr val="dk2"/>
                    </a:gs>
                    <a:gs pos="100000">
                      <a:schemeClr val="lt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4"/>
                <p:cNvSpPr/>
                <p:nvPr/>
              </p:nvSpPr>
              <p:spPr>
                <a:xfrm rot="-1685758">
                  <a:off x="4089280" y="737191"/>
                  <a:ext cx="118443" cy="204959"/>
                </a:xfrm>
                <a:custGeom>
                  <a:avLst/>
                  <a:gdLst/>
                  <a:ahLst/>
                  <a:cxnLst/>
                  <a:rect l="l" t="t" r="r" b="b"/>
                  <a:pathLst>
                    <a:path w="3439" h="5951" extrusionOk="0">
                      <a:moveTo>
                        <a:pt x="1" y="499"/>
                      </a:moveTo>
                      <a:lnTo>
                        <a:pt x="2227" y="0"/>
                      </a:lnTo>
                      <a:lnTo>
                        <a:pt x="3439" y="5451"/>
                      </a:lnTo>
                      <a:lnTo>
                        <a:pt x="1230" y="5950"/>
                      </a:lnTo>
                      <a:close/>
                    </a:path>
                  </a:pathLst>
                </a:custGeom>
                <a:gradFill>
                  <a:gsLst>
                    <a:gs pos="0">
                      <a:schemeClr val="accent1"/>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4"/>
                <p:cNvSpPr/>
                <p:nvPr/>
              </p:nvSpPr>
              <p:spPr>
                <a:xfrm rot="-1685758">
                  <a:off x="4188388" y="804968"/>
                  <a:ext cx="292714" cy="511759"/>
                </a:xfrm>
                <a:custGeom>
                  <a:avLst/>
                  <a:gdLst/>
                  <a:ahLst/>
                  <a:cxnLst/>
                  <a:rect l="l" t="t" r="r" b="b"/>
                  <a:pathLst>
                    <a:path w="8499" h="14859" extrusionOk="0">
                      <a:moveTo>
                        <a:pt x="1" y="1266"/>
                      </a:moveTo>
                      <a:lnTo>
                        <a:pt x="5648" y="1"/>
                      </a:lnTo>
                      <a:lnTo>
                        <a:pt x="8213" y="11456"/>
                      </a:lnTo>
                      <a:cubicBezTo>
                        <a:pt x="8498" y="12774"/>
                        <a:pt x="7679" y="14057"/>
                        <a:pt x="6378" y="14359"/>
                      </a:cubicBezTo>
                      <a:lnTo>
                        <a:pt x="5452" y="14555"/>
                      </a:lnTo>
                      <a:cubicBezTo>
                        <a:pt x="4151" y="14858"/>
                        <a:pt x="2851" y="14021"/>
                        <a:pt x="2566" y="12720"/>
                      </a:cubicBezTo>
                      <a:lnTo>
                        <a:pt x="1" y="1266"/>
                      </a:ln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4"/>
                <p:cNvSpPr/>
                <p:nvPr/>
              </p:nvSpPr>
              <p:spPr>
                <a:xfrm rot="-1685758">
                  <a:off x="3167104" y="-212431"/>
                  <a:ext cx="1164555" cy="1186011"/>
                </a:xfrm>
                <a:custGeom>
                  <a:avLst/>
                  <a:gdLst/>
                  <a:ahLst/>
                  <a:cxnLst/>
                  <a:rect l="l" t="t" r="r" b="b"/>
                  <a:pathLst>
                    <a:path w="33813" h="34436" extrusionOk="0">
                      <a:moveTo>
                        <a:pt x="13344" y="1924"/>
                      </a:moveTo>
                      <a:cubicBezTo>
                        <a:pt x="7038" y="3349"/>
                        <a:pt x="2210" y="8408"/>
                        <a:pt x="1105" y="14768"/>
                      </a:cubicBezTo>
                      <a:cubicBezTo>
                        <a:pt x="1" y="21128"/>
                        <a:pt x="2833" y="27523"/>
                        <a:pt x="8285" y="30979"/>
                      </a:cubicBezTo>
                      <a:cubicBezTo>
                        <a:pt x="13754" y="34435"/>
                        <a:pt x="20737" y="34275"/>
                        <a:pt x="26028" y="30552"/>
                      </a:cubicBezTo>
                      <a:cubicBezTo>
                        <a:pt x="31301" y="26828"/>
                        <a:pt x="33813" y="20308"/>
                        <a:pt x="32405" y="14002"/>
                      </a:cubicBezTo>
                      <a:cubicBezTo>
                        <a:pt x="30481" y="5416"/>
                        <a:pt x="21948" y="0"/>
                        <a:pt x="13344" y="1924"/>
                      </a:cubicBezTo>
                      <a:close/>
                      <a:moveTo>
                        <a:pt x="19757" y="30534"/>
                      </a:moveTo>
                      <a:cubicBezTo>
                        <a:pt x="14484" y="31710"/>
                        <a:pt x="9015" y="29607"/>
                        <a:pt x="5897" y="25190"/>
                      </a:cubicBezTo>
                      <a:cubicBezTo>
                        <a:pt x="2798" y="20772"/>
                        <a:pt x="2655" y="14911"/>
                        <a:pt x="5541" y="10350"/>
                      </a:cubicBezTo>
                      <a:cubicBezTo>
                        <a:pt x="8445" y="5790"/>
                        <a:pt x="13789" y="3403"/>
                        <a:pt x="19116" y="4329"/>
                      </a:cubicBezTo>
                      <a:cubicBezTo>
                        <a:pt x="24442" y="5255"/>
                        <a:pt x="28682" y="9299"/>
                        <a:pt x="29876" y="14572"/>
                      </a:cubicBezTo>
                      <a:cubicBezTo>
                        <a:pt x="31479" y="21769"/>
                        <a:pt x="26954" y="28913"/>
                        <a:pt x="19757" y="30534"/>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4"/>
                <p:cNvSpPr/>
                <p:nvPr/>
              </p:nvSpPr>
              <p:spPr>
                <a:xfrm rot="-1685758">
                  <a:off x="3633731" y="686682"/>
                  <a:ext cx="59549" cy="60134"/>
                </a:xfrm>
                <a:custGeom>
                  <a:avLst/>
                  <a:gdLst/>
                  <a:ahLst/>
                  <a:cxnLst/>
                  <a:rect l="l" t="t" r="r" b="b"/>
                  <a:pathLst>
                    <a:path w="1729" h="1746" fill="none" extrusionOk="0">
                      <a:moveTo>
                        <a:pt x="1729" y="748"/>
                      </a:moveTo>
                      <a:cubicBezTo>
                        <a:pt x="1729" y="1408"/>
                        <a:pt x="945" y="1746"/>
                        <a:pt x="464" y="1283"/>
                      </a:cubicBezTo>
                      <a:cubicBezTo>
                        <a:pt x="1" y="820"/>
                        <a:pt x="321" y="18"/>
                        <a:pt x="980" y="18"/>
                      </a:cubicBezTo>
                      <a:cubicBezTo>
                        <a:pt x="1390" y="0"/>
                        <a:pt x="1729" y="339"/>
                        <a:pt x="1729" y="748"/>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4"/>
                <p:cNvSpPr/>
                <p:nvPr/>
              </p:nvSpPr>
              <p:spPr>
                <a:xfrm rot="-1685758">
                  <a:off x="3920185" y="240959"/>
                  <a:ext cx="59549" cy="60168"/>
                </a:xfrm>
                <a:custGeom>
                  <a:avLst/>
                  <a:gdLst/>
                  <a:ahLst/>
                  <a:cxnLst/>
                  <a:rect l="l" t="t" r="r" b="b"/>
                  <a:pathLst>
                    <a:path w="1729" h="1747" fill="none" extrusionOk="0">
                      <a:moveTo>
                        <a:pt x="1729" y="749"/>
                      </a:moveTo>
                      <a:cubicBezTo>
                        <a:pt x="1729" y="1408"/>
                        <a:pt x="927" y="1746"/>
                        <a:pt x="464" y="1283"/>
                      </a:cubicBezTo>
                      <a:cubicBezTo>
                        <a:pt x="1" y="802"/>
                        <a:pt x="321" y="0"/>
                        <a:pt x="998" y="0"/>
                      </a:cubicBezTo>
                      <a:cubicBezTo>
                        <a:pt x="1408" y="0"/>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4"/>
                <p:cNvSpPr/>
                <p:nvPr/>
              </p:nvSpPr>
              <p:spPr>
                <a:xfrm rot="-1685758">
                  <a:off x="3804917" y="483952"/>
                  <a:ext cx="59549" cy="59549"/>
                </a:xfrm>
                <a:custGeom>
                  <a:avLst/>
                  <a:gdLst/>
                  <a:ahLst/>
                  <a:cxnLst/>
                  <a:rect l="l" t="t" r="r" b="b"/>
                  <a:pathLst>
                    <a:path w="1729" h="1729" fill="none" extrusionOk="0">
                      <a:moveTo>
                        <a:pt x="1729" y="749"/>
                      </a:moveTo>
                      <a:cubicBezTo>
                        <a:pt x="1729" y="1408"/>
                        <a:pt x="927" y="1729"/>
                        <a:pt x="464" y="1266"/>
                      </a:cubicBezTo>
                      <a:cubicBezTo>
                        <a:pt x="1" y="803"/>
                        <a:pt x="322" y="1"/>
                        <a:pt x="999" y="1"/>
                      </a:cubicBezTo>
                      <a:cubicBezTo>
                        <a:pt x="1390"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4"/>
                <p:cNvSpPr/>
                <p:nvPr/>
              </p:nvSpPr>
              <p:spPr>
                <a:xfrm rot="-1685758">
                  <a:off x="3656982" y="206840"/>
                  <a:ext cx="59549" cy="59549"/>
                </a:xfrm>
                <a:custGeom>
                  <a:avLst/>
                  <a:gdLst/>
                  <a:ahLst/>
                  <a:cxnLst/>
                  <a:rect l="l" t="t" r="r" b="b"/>
                  <a:pathLst>
                    <a:path w="1729" h="1729" fill="none" extrusionOk="0">
                      <a:moveTo>
                        <a:pt x="1729" y="731"/>
                      </a:moveTo>
                      <a:cubicBezTo>
                        <a:pt x="1729" y="1390"/>
                        <a:pt x="927" y="1729"/>
                        <a:pt x="464" y="1266"/>
                      </a:cubicBezTo>
                      <a:cubicBezTo>
                        <a:pt x="1" y="785"/>
                        <a:pt x="322" y="1"/>
                        <a:pt x="999" y="1"/>
                      </a:cubicBezTo>
                      <a:cubicBezTo>
                        <a:pt x="1390" y="1"/>
                        <a:pt x="1729" y="322"/>
                        <a:pt x="1729" y="73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4"/>
                <p:cNvSpPr/>
                <p:nvPr/>
              </p:nvSpPr>
              <p:spPr>
                <a:xfrm rot="-1685758">
                  <a:off x="3625057" y="514757"/>
                  <a:ext cx="17221" cy="173652"/>
                </a:xfrm>
                <a:custGeom>
                  <a:avLst/>
                  <a:gdLst/>
                  <a:ahLst/>
                  <a:cxnLst/>
                  <a:rect l="l" t="t" r="r" b="b"/>
                  <a:pathLst>
                    <a:path w="500" h="5042" fill="none" extrusionOk="0">
                      <a:moveTo>
                        <a:pt x="1" y="5042"/>
                      </a:moveTo>
                      <a:lnTo>
                        <a:pt x="500" y="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4"/>
                <p:cNvSpPr/>
                <p:nvPr/>
              </p:nvSpPr>
              <p:spPr>
                <a:xfrm rot="-1685758">
                  <a:off x="3641679" y="449510"/>
                  <a:ext cx="154675" cy="97571"/>
                </a:xfrm>
                <a:custGeom>
                  <a:avLst/>
                  <a:gdLst/>
                  <a:ahLst/>
                  <a:cxnLst/>
                  <a:rect l="l" t="t" r="r" b="b"/>
                  <a:pathLst>
                    <a:path w="4491" h="2833" fill="none" extrusionOk="0">
                      <a:moveTo>
                        <a:pt x="1" y="0"/>
                      </a:moveTo>
                      <a:lnTo>
                        <a:pt x="4490" y="2833"/>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4"/>
                <p:cNvSpPr/>
                <p:nvPr/>
              </p:nvSpPr>
              <p:spPr>
                <a:xfrm rot="-1685758">
                  <a:off x="3762760" y="237601"/>
                  <a:ext cx="34" cy="263233"/>
                </a:xfrm>
                <a:custGeom>
                  <a:avLst/>
                  <a:gdLst/>
                  <a:ahLst/>
                  <a:cxnLst/>
                  <a:rect l="l" t="t" r="r" b="b"/>
                  <a:pathLst>
                    <a:path w="1" h="7643" fill="none" extrusionOk="0">
                      <a:moveTo>
                        <a:pt x="1" y="7643"/>
                      </a:moveTo>
                      <a:lnTo>
                        <a:pt x="1" y="1"/>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4"/>
                <p:cNvSpPr/>
                <p:nvPr/>
              </p:nvSpPr>
              <p:spPr>
                <a:xfrm rot="-1685758">
                  <a:off x="3732400" y="186253"/>
                  <a:ext cx="173652" cy="122748"/>
                </a:xfrm>
                <a:custGeom>
                  <a:avLst/>
                  <a:gdLst/>
                  <a:ahLst/>
                  <a:cxnLst/>
                  <a:rect l="l" t="t" r="r" b="b"/>
                  <a:pathLst>
                    <a:path w="5042" h="3564" fill="none" extrusionOk="0">
                      <a:moveTo>
                        <a:pt x="0" y="1"/>
                      </a:moveTo>
                      <a:lnTo>
                        <a:pt x="5042" y="3564"/>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4"/>
                <p:cNvSpPr/>
                <p:nvPr/>
              </p:nvSpPr>
              <p:spPr>
                <a:xfrm rot="-1685758">
                  <a:off x="3885238" y="25901"/>
                  <a:ext cx="654" cy="230755"/>
                </a:xfrm>
                <a:custGeom>
                  <a:avLst/>
                  <a:gdLst/>
                  <a:ahLst/>
                  <a:cxnLst/>
                  <a:rect l="l" t="t" r="r" b="b"/>
                  <a:pathLst>
                    <a:path w="19" h="6700" fill="none" extrusionOk="0">
                      <a:moveTo>
                        <a:pt x="0" y="6699"/>
                      </a:moveTo>
                      <a:lnTo>
                        <a:pt x="18" y="1"/>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4"/>
                <p:cNvSpPr/>
                <p:nvPr/>
              </p:nvSpPr>
              <p:spPr>
                <a:xfrm rot="-1685758">
                  <a:off x="3819341" y="33672"/>
                  <a:ext cx="34992" cy="30101"/>
                </a:xfrm>
                <a:custGeom>
                  <a:avLst/>
                  <a:gdLst/>
                  <a:ahLst/>
                  <a:cxnLst/>
                  <a:rect l="l" t="t" r="r" b="b"/>
                  <a:pathLst>
                    <a:path w="1016" h="874" fill="none" extrusionOk="0">
                      <a:moveTo>
                        <a:pt x="1016" y="838"/>
                      </a:moveTo>
                      <a:lnTo>
                        <a:pt x="481" y="0"/>
                      </a:lnTo>
                      <a:lnTo>
                        <a:pt x="0" y="873"/>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1" name="Google Shape;321;p34"/>
              <p:cNvSpPr/>
              <p:nvPr/>
            </p:nvSpPr>
            <p:spPr>
              <a:xfrm rot="113924">
                <a:off x="7656437" y="2922773"/>
                <a:ext cx="48270" cy="48274"/>
              </a:xfrm>
              <a:custGeom>
                <a:avLst/>
                <a:gdLst/>
                <a:ahLst/>
                <a:cxnLst/>
                <a:rect l="l" t="t" r="r" b="b"/>
                <a:pathLst>
                  <a:path w="1729" h="1729" fill="none" extrusionOk="0">
                    <a:moveTo>
                      <a:pt x="1729" y="731"/>
                    </a:moveTo>
                    <a:cubicBezTo>
                      <a:pt x="1729" y="1390"/>
                      <a:pt x="927" y="1729"/>
                      <a:pt x="464" y="1266"/>
                    </a:cubicBezTo>
                    <a:cubicBezTo>
                      <a:pt x="1" y="785"/>
                      <a:pt x="322" y="1"/>
                      <a:pt x="999" y="1"/>
                    </a:cubicBezTo>
                    <a:cubicBezTo>
                      <a:pt x="1390" y="1"/>
                      <a:pt x="1729" y="322"/>
                      <a:pt x="1729" y="73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22" name="Google Shape;322;p34">
            <a:hlinkClick r:id="rId4" action="ppaction://hlinksldjump"/>
          </p:cNvPr>
          <p:cNvSpPr/>
          <p:nvPr/>
        </p:nvSpPr>
        <p:spPr>
          <a:xfrm>
            <a:off x="669500" y="276525"/>
            <a:ext cx="213300" cy="21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38"/>
          <p:cNvSpPr/>
          <p:nvPr/>
        </p:nvSpPr>
        <p:spPr>
          <a:xfrm>
            <a:off x="4641593" y="1301185"/>
            <a:ext cx="711900" cy="711808"/>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8"/>
          <p:cNvSpPr/>
          <p:nvPr/>
        </p:nvSpPr>
        <p:spPr>
          <a:xfrm>
            <a:off x="817434" y="3361804"/>
            <a:ext cx="711900" cy="711808"/>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8"/>
          <p:cNvSpPr/>
          <p:nvPr/>
        </p:nvSpPr>
        <p:spPr>
          <a:xfrm>
            <a:off x="4663811" y="3409846"/>
            <a:ext cx="711900" cy="711808"/>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8"/>
          <p:cNvSpPr/>
          <p:nvPr/>
        </p:nvSpPr>
        <p:spPr>
          <a:xfrm>
            <a:off x="821964" y="1297492"/>
            <a:ext cx="711900" cy="711808"/>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8"/>
          <p:cNvSpPr txBox="1">
            <a:spLocks noGrp="1"/>
          </p:cNvSpPr>
          <p:nvPr>
            <p:ph type="title" idx="15"/>
          </p:nvPr>
        </p:nvSpPr>
        <p:spPr>
          <a:xfrm>
            <a:off x="706038" y="447905"/>
            <a:ext cx="7715400" cy="60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PLAN</a:t>
            </a:r>
            <a:endParaRPr dirty="0"/>
          </a:p>
        </p:txBody>
      </p:sp>
      <p:sp>
        <p:nvSpPr>
          <p:cNvPr id="506" name="Google Shape;506;p38"/>
          <p:cNvSpPr txBox="1">
            <a:spLocks noGrp="1"/>
          </p:cNvSpPr>
          <p:nvPr>
            <p:ph type="title"/>
          </p:nvPr>
        </p:nvSpPr>
        <p:spPr>
          <a:xfrm>
            <a:off x="1728008" y="1390487"/>
            <a:ext cx="2774400" cy="44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INTRODUCTION</a:t>
            </a:r>
            <a:endParaRPr dirty="0"/>
          </a:p>
        </p:txBody>
      </p:sp>
      <p:sp>
        <p:nvSpPr>
          <p:cNvPr id="508" name="Google Shape;508;p38"/>
          <p:cNvSpPr txBox="1">
            <a:spLocks noGrp="1"/>
          </p:cNvSpPr>
          <p:nvPr>
            <p:ph type="title" idx="2"/>
          </p:nvPr>
        </p:nvSpPr>
        <p:spPr>
          <a:xfrm>
            <a:off x="806111" y="1534162"/>
            <a:ext cx="711900" cy="347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510" name="Google Shape;510;p38"/>
          <p:cNvSpPr txBox="1">
            <a:spLocks noGrp="1"/>
          </p:cNvSpPr>
          <p:nvPr>
            <p:ph type="title" idx="3"/>
          </p:nvPr>
        </p:nvSpPr>
        <p:spPr>
          <a:xfrm>
            <a:off x="5506189" y="1465588"/>
            <a:ext cx="1647086" cy="44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POWER BI</a:t>
            </a:r>
            <a:endParaRPr dirty="0"/>
          </a:p>
        </p:txBody>
      </p:sp>
      <p:sp>
        <p:nvSpPr>
          <p:cNvPr id="512" name="Google Shape;512;p38"/>
          <p:cNvSpPr txBox="1">
            <a:spLocks noGrp="1"/>
          </p:cNvSpPr>
          <p:nvPr>
            <p:ph type="title" idx="5"/>
          </p:nvPr>
        </p:nvSpPr>
        <p:spPr>
          <a:xfrm>
            <a:off x="4653251" y="1511010"/>
            <a:ext cx="711900" cy="347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513" name="Google Shape;513;p38"/>
          <p:cNvSpPr txBox="1">
            <a:spLocks noGrp="1"/>
          </p:cNvSpPr>
          <p:nvPr>
            <p:ph type="title" idx="6"/>
          </p:nvPr>
        </p:nvSpPr>
        <p:spPr>
          <a:xfrm>
            <a:off x="1680634" y="3495900"/>
            <a:ext cx="2774400" cy="44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tx1"/>
                </a:solidFill>
              </a:rPr>
              <a:t>Conclusion</a:t>
            </a:r>
            <a:endParaRPr dirty="0"/>
          </a:p>
        </p:txBody>
      </p:sp>
      <p:sp>
        <p:nvSpPr>
          <p:cNvPr id="515" name="Google Shape;515;p38"/>
          <p:cNvSpPr txBox="1">
            <a:spLocks noGrp="1"/>
          </p:cNvSpPr>
          <p:nvPr>
            <p:ph type="title" idx="8"/>
          </p:nvPr>
        </p:nvSpPr>
        <p:spPr>
          <a:xfrm>
            <a:off x="806111" y="3601725"/>
            <a:ext cx="711900" cy="347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sp>
        <p:nvSpPr>
          <p:cNvPr id="516" name="Google Shape;516;p38"/>
          <p:cNvSpPr txBox="1">
            <a:spLocks noGrp="1"/>
          </p:cNvSpPr>
          <p:nvPr>
            <p:ph type="title" idx="9"/>
          </p:nvPr>
        </p:nvSpPr>
        <p:spPr>
          <a:xfrm>
            <a:off x="5535827" y="3512766"/>
            <a:ext cx="1445998" cy="44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ATELIER</a:t>
            </a:r>
            <a:endParaRPr dirty="0"/>
          </a:p>
        </p:txBody>
      </p:sp>
      <p:sp>
        <p:nvSpPr>
          <p:cNvPr id="518" name="Google Shape;518;p38"/>
          <p:cNvSpPr txBox="1">
            <a:spLocks noGrp="1"/>
          </p:cNvSpPr>
          <p:nvPr>
            <p:ph type="title" idx="14"/>
          </p:nvPr>
        </p:nvSpPr>
        <p:spPr>
          <a:xfrm>
            <a:off x="4663811" y="3592200"/>
            <a:ext cx="711900" cy="347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06</a:t>
            </a:r>
            <a:endParaRPr dirty="0"/>
          </a:p>
        </p:txBody>
      </p:sp>
      <p:sp>
        <p:nvSpPr>
          <p:cNvPr id="519" name="Google Shape;519;p38"/>
          <p:cNvSpPr txBox="1"/>
          <p:nvPr/>
        </p:nvSpPr>
        <p:spPr>
          <a:xfrm>
            <a:off x="7062300" y="212749"/>
            <a:ext cx="1367400" cy="300900"/>
          </a:xfrm>
          <a:prstGeom prst="rect">
            <a:avLst/>
          </a:prstGeom>
          <a:noFill/>
          <a:ln>
            <a:noFill/>
          </a:ln>
        </p:spPr>
        <p:txBody>
          <a:bodyPr spcFirstLastPara="1" wrap="square" lIns="91425" tIns="91425" rIns="0" bIns="91425" anchor="ctr" anchorCtr="0">
            <a:noAutofit/>
          </a:bodyPr>
          <a:lstStyle/>
          <a:p>
            <a:pPr marL="0" lvl="0" indent="0" algn="r" rtl="0">
              <a:spcBef>
                <a:spcPts val="0"/>
              </a:spcBef>
              <a:spcAft>
                <a:spcPts val="0"/>
              </a:spcAft>
              <a:buNone/>
            </a:pPr>
            <a:r>
              <a:rPr lang="en">
                <a:solidFill>
                  <a:schemeClr val="lt2"/>
                </a:solidFill>
                <a:latin typeface="Bebas Neue"/>
                <a:ea typeface="Bebas Neue"/>
                <a:cs typeface="Bebas Neue"/>
                <a:sym typeface="Bebas Neue"/>
              </a:rPr>
              <a:t>Data ANALYSIS</a:t>
            </a:r>
            <a:endParaRPr>
              <a:solidFill>
                <a:schemeClr val="lt2"/>
              </a:solidFill>
            </a:endParaRPr>
          </a:p>
        </p:txBody>
      </p:sp>
      <p:sp>
        <p:nvSpPr>
          <p:cNvPr id="520" name="Google Shape;520;p38">
            <a:hlinkClick r:id="" action="ppaction://hlinkshowjump?jump=nextslide"/>
          </p:cNvPr>
          <p:cNvSpPr/>
          <p:nvPr/>
        </p:nvSpPr>
        <p:spPr>
          <a:xfrm rot="5400000">
            <a:off x="821542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8">
            <a:hlinkClick r:id="" action="ppaction://hlinkshowjump?jump=previousslide"/>
          </p:cNvPr>
          <p:cNvSpPr/>
          <p:nvPr/>
        </p:nvSpPr>
        <p:spPr>
          <a:xfrm rot="-5400000" flipH="1">
            <a:off x="73197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8">
            <a:hlinkClick r:id="rId3" action="ppaction://hlinksldjump"/>
          </p:cNvPr>
          <p:cNvSpPr txBox="1"/>
          <p:nvPr/>
        </p:nvSpPr>
        <p:spPr>
          <a:xfrm>
            <a:off x="92245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MENU</a:t>
            </a:r>
            <a:endParaRPr sz="1000">
              <a:solidFill>
                <a:schemeClr val="dk1"/>
              </a:solidFill>
              <a:latin typeface="Bebas Neue"/>
              <a:ea typeface="Bebas Neue"/>
              <a:cs typeface="Bebas Neue"/>
              <a:sym typeface="Bebas Neue"/>
            </a:endParaRPr>
          </a:p>
        </p:txBody>
      </p:sp>
      <p:sp>
        <p:nvSpPr>
          <p:cNvPr id="523" name="Google Shape;523;p38">
            <a:hlinkClick r:id="rId4" action="ppaction://hlinksldjump"/>
          </p:cNvPr>
          <p:cNvSpPr txBox="1"/>
          <p:nvPr/>
        </p:nvSpPr>
        <p:spPr>
          <a:xfrm>
            <a:off x="151793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ANALYSIS</a:t>
            </a:r>
            <a:endParaRPr sz="1000">
              <a:solidFill>
                <a:schemeClr val="dk1"/>
              </a:solidFill>
              <a:latin typeface="Bebas Neue"/>
              <a:ea typeface="Bebas Neue"/>
              <a:cs typeface="Bebas Neue"/>
              <a:sym typeface="Bebas Neue"/>
            </a:endParaRPr>
          </a:p>
        </p:txBody>
      </p:sp>
      <p:sp>
        <p:nvSpPr>
          <p:cNvPr id="524" name="Google Shape;524;p38">
            <a:hlinkClick r:id="" action="ppaction://noaction"/>
          </p:cNvPr>
          <p:cNvSpPr txBox="1"/>
          <p:nvPr/>
        </p:nvSpPr>
        <p:spPr>
          <a:xfrm>
            <a:off x="211341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CONTACT</a:t>
            </a:r>
            <a:endParaRPr sz="1000">
              <a:solidFill>
                <a:schemeClr val="dk1"/>
              </a:solidFill>
              <a:latin typeface="Bebas Neue"/>
              <a:ea typeface="Bebas Neue"/>
              <a:cs typeface="Bebas Neue"/>
              <a:sym typeface="Bebas Neue"/>
            </a:endParaRPr>
          </a:p>
        </p:txBody>
      </p:sp>
      <p:grpSp>
        <p:nvGrpSpPr>
          <p:cNvPr id="525" name="Google Shape;525;p38"/>
          <p:cNvGrpSpPr/>
          <p:nvPr/>
        </p:nvGrpSpPr>
        <p:grpSpPr>
          <a:xfrm>
            <a:off x="706038" y="312972"/>
            <a:ext cx="140222" cy="140409"/>
            <a:chOff x="2741000" y="199475"/>
            <a:chExt cx="191953" cy="192210"/>
          </a:xfrm>
        </p:grpSpPr>
        <p:sp>
          <p:nvSpPr>
            <p:cNvPr id="526" name="Google Shape;526;p38"/>
            <p:cNvSpPr/>
            <p:nvPr/>
          </p:nvSpPr>
          <p:spPr>
            <a:xfrm>
              <a:off x="2741000"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8"/>
            <p:cNvSpPr/>
            <p:nvPr/>
          </p:nvSpPr>
          <p:spPr>
            <a:xfrm>
              <a:off x="2741000"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8"/>
            <p:cNvSpPr/>
            <p:nvPr/>
          </p:nvSpPr>
          <p:spPr>
            <a:xfrm>
              <a:off x="2741000"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8"/>
            <p:cNvSpPr/>
            <p:nvPr/>
          </p:nvSpPr>
          <p:spPr>
            <a:xfrm>
              <a:off x="2815215"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8"/>
            <p:cNvSpPr/>
            <p:nvPr/>
          </p:nvSpPr>
          <p:spPr>
            <a:xfrm>
              <a:off x="2815215"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8"/>
            <p:cNvSpPr/>
            <p:nvPr/>
          </p:nvSpPr>
          <p:spPr>
            <a:xfrm>
              <a:off x="2815215"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8"/>
            <p:cNvSpPr/>
            <p:nvPr/>
          </p:nvSpPr>
          <p:spPr>
            <a:xfrm>
              <a:off x="2889453"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8"/>
            <p:cNvSpPr/>
            <p:nvPr/>
          </p:nvSpPr>
          <p:spPr>
            <a:xfrm>
              <a:off x="2889453"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8"/>
            <p:cNvSpPr/>
            <p:nvPr/>
          </p:nvSpPr>
          <p:spPr>
            <a:xfrm>
              <a:off x="2889453"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5" name="Google Shape;535;p38">
            <a:hlinkClick r:id="rId5" action="ppaction://hlinksldjump"/>
          </p:cNvPr>
          <p:cNvSpPr/>
          <p:nvPr/>
        </p:nvSpPr>
        <p:spPr>
          <a:xfrm>
            <a:off x="669500" y="276525"/>
            <a:ext cx="213300" cy="21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8"/>
          <p:cNvSpPr/>
          <p:nvPr/>
        </p:nvSpPr>
        <p:spPr>
          <a:xfrm>
            <a:off x="7450613" y="1351280"/>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7" name="Google Shape;537;p38"/>
          <p:cNvGrpSpPr/>
          <p:nvPr/>
        </p:nvGrpSpPr>
        <p:grpSpPr>
          <a:xfrm>
            <a:off x="7671697" y="886552"/>
            <a:ext cx="695830" cy="243805"/>
            <a:chOff x="2271950" y="2722775"/>
            <a:chExt cx="575875" cy="201775"/>
          </a:xfrm>
        </p:grpSpPr>
        <p:sp>
          <p:nvSpPr>
            <p:cNvPr id="538" name="Google Shape;538;p38"/>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8"/>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8"/>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8"/>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8"/>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3" name="Google Shape;543;p38"/>
          <p:cNvSpPr/>
          <p:nvPr/>
        </p:nvSpPr>
        <p:spPr>
          <a:xfrm rot="-1685758">
            <a:off x="8157103" y="1561734"/>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8"/>
          <p:cNvSpPr/>
          <p:nvPr/>
        </p:nvSpPr>
        <p:spPr>
          <a:xfrm>
            <a:off x="7401588" y="764825"/>
            <a:ext cx="107827" cy="108491"/>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8"/>
          <p:cNvSpPr/>
          <p:nvPr/>
        </p:nvSpPr>
        <p:spPr>
          <a:xfrm>
            <a:off x="8116751" y="2689056"/>
            <a:ext cx="140247" cy="141086"/>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8"/>
          <p:cNvSpPr/>
          <p:nvPr/>
        </p:nvSpPr>
        <p:spPr>
          <a:xfrm>
            <a:off x="8116751" y="3255255"/>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8"/>
          <p:cNvSpPr/>
          <p:nvPr/>
        </p:nvSpPr>
        <p:spPr>
          <a:xfrm rot="-1685758">
            <a:off x="7659553" y="3121234"/>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8"/>
          <p:cNvSpPr/>
          <p:nvPr/>
        </p:nvSpPr>
        <p:spPr>
          <a:xfrm>
            <a:off x="1167876" y="3051643"/>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8"/>
          <p:cNvSpPr/>
          <p:nvPr/>
        </p:nvSpPr>
        <p:spPr>
          <a:xfrm rot="-1685758">
            <a:off x="933116" y="2773184"/>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8"/>
          <p:cNvSpPr/>
          <p:nvPr/>
        </p:nvSpPr>
        <p:spPr>
          <a:xfrm>
            <a:off x="706061" y="1390487"/>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504;p38">
            <a:extLst>
              <a:ext uri="{FF2B5EF4-FFF2-40B4-BE49-F238E27FC236}">
                <a16:creationId xmlns:a16="http://schemas.microsoft.com/office/drawing/2014/main" id="{26CB7BB7-FA4D-44A0-BAD1-E13D321C6B0F}"/>
              </a:ext>
            </a:extLst>
          </p:cNvPr>
          <p:cNvSpPr/>
          <p:nvPr/>
        </p:nvSpPr>
        <p:spPr>
          <a:xfrm>
            <a:off x="827500" y="2198951"/>
            <a:ext cx="711900" cy="711808"/>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504;p38">
            <a:extLst>
              <a:ext uri="{FF2B5EF4-FFF2-40B4-BE49-F238E27FC236}">
                <a16:creationId xmlns:a16="http://schemas.microsoft.com/office/drawing/2014/main" id="{78F2686C-84E9-4566-A20B-7DC835ED6844}"/>
              </a:ext>
            </a:extLst>
          </p:cNvPr>
          <p:cNvSpPr/>
          <p:nvPr/>
        </p:nvSpPr>
        <p:spPr>
          <a:xfrm>
            <a:off x="4641593" y="2231413"/>
            <a:ext cx="711900" cy="711808"/>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508;p38">
            <a:extLst>
              <a:ext uri="{FF2B5EF4-FFF2-40B4-BE49-F238E27FC236}">
                <a16:creationId xmlns:a16="http://schemas.microsoft.com/office/drawing/2014/main" id="{A61CE6DE-19F5-42C7-8E45-3D602AD07A66}"/>
              </a:ext>
            </a:extLst>
          </p:cNvPr>
          <p:cNvSpPr txBox="1">
            <a:spLocks/>
          </p:cNvSpPr>
          <p:nvPr/>
        </p:nvSpPr>
        <p:spPr>
          <a:xfrm>
            <a:off x="846260" y="2400352"/>
            <a:ext cx="711900" cy="3471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Bebas Neue"/>
              <a:buNone/>
              <a:defRPr sz="3600" b="0" i="0" u="none" strike="noStrike" cap="none">
                <a:solidFill>
                  <a:schemeClr val="lt1"/>
                </a:solidFill>
                <a:latin typeface="Bebas Neue"/>
                <a:ea typeface="Bebas Neue"/>
                <a:cs typeface="Bebas Neue"/>
                <a:sym typeface="Bebas Neue"/>
              </a:defRPr>
            </a:lvl1pPr>
            <a:lvl2pPr marR="0" lvl="1" algn="ctr" rtl="0">
              <a:lnSpc>
                <a:spcPct val="100000"/>
              </a:lnSpc>
              <a:spcBef>
                <a:spcPts val="0"/>
              </a:spcBef>
              <a:spcAft>
                <a:spcPts val="0"/>
              </a:spcAft>
              <a:buClr>
                <a:schemeClr val="dk1"/>
              </a:buClr>
              <a:buSzPts val="6000"/>
              <a:buFont typeface="Bebas Neue"/>
              <a:buNone/>
              <a:defRPr sz="60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6000"/>
              <a:buFont typeface="Bebas Neue"/>
              <a:buNone/>
              <a:defRPr sz="60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6000"/>
              <a:buFont typeface="Bebas Neue"/>
              <a:buNone/>
              <a:defRPr sz="60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6000"/>
              <a:buFont typeface="Bebas Neue"/>
              <a:buNone/>
              <a:defRPr sz="60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6000"/>
              <a:buFont typeface="Bebas Neue"/>
              <a:buNone/>
              <a:defRPr sz="60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6000"/>
              <a:buFont typeface="Bebas Neue"/>
              <a:buNone/>
              <a:defRPr sz="60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6000"/>
              <a:buFont typeface="Bebas Neue"/>
              <a:buNone/>
              <a:defRPr sz="60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6000"/>
              <a:buFont typeface="Bebas Neue"/>
              <a:buNone/>
              <a:defRPr sz="6000" b="0" i="0" u="none" strike="noStrike" cap="none">
                <a:solidFill>
                  <a:schemeClr val="dk1"/>
                </a:solidFill>
                <a:latin typeface="Bebas Neue"/>
                <a:ea typeface="Bebas Neue"/>
                <a:cs typeface="Bebas Neue"/>
                <a:sym typeface="Bebas Neue"/>
              </a:defRPr>
            </a:lvl9pPr>
          </a:lstStyle>
          <a:p>
            <a:r>
              <a:rPr lang="en" dirty="0"/>
              <a:t>03</a:t>
            </a:r>
          </a:p>
        </p:txBody>
      </p:sp>
      <p:sp>
        <p:nvSpPr>
          <p:cNvPr id="66" name="Google Shape;508;p38">
            <a:extLst>
              <a:ext uri="{FF2B5EF4-FFF2-40B4-BE49-F238E27FC236}">
                <a16:creationId xmlns:a16="http://schemas.microsoft.com/office/drawing/2014/main" id="{371F4633-1DB7-405B-AC61-E2F0548EDADE}"/>
              </a:ext>
            </a:extLst>
          </p:cNvPr>
          <p:cNvSpPr txBox="1">
            <a:spLocks/>
          </p:cNvSpPr>
          <p:nvPr/>
        </p:nvSpPr>
        <p:spPr>
          <a:xfrm>
            <a:off x="4653251" y="2412499"/>
            <a:ext cx="711900" cy="3471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Bebas Neue"/>
              <a:buNone/>
              <a:defRPr sz="3600" b="0" i="0" u="none" strike="noStrike" cap="none">
                <a:solidFill>
                  <a:schemeClr val="lt1"/>
                </a:solidFill>
                <a:latin typeface="Bebas Neue"/>
                <a:ea typeface="Bebas Neue"/>
                <a:cs typeface="Bebas Neue"/>
                <a:sym typeface="Bebas Neue"/>
              </a:defRPr>
            </a:lvl1pPr>
            <a:lvl2pPr marR="0" lvl="1" algn="ctr" rtl="0">
              <a:lnSpc>
                <a:spcPct val="100000"/>
              </a:lnSpc>
              <a:spcBef>
                <a:spcPts val="0"/>
              </a:spcBef>
              <a:spcAft>
                <a:spcPts val="0"/>
              </a:spcAft>
              <a:buClr>
                <a:schemeClr val="dk1"/>
              </a:buClr>
              <a:buSzPts val="6000"/>
              <a:buFont typeface="Bebas Neue"/>
              <a:buNone/>
              <a:defRPr sz="6000" b="0" i="0" u="none" strike="noStrike" cap="none">
                <a:solidFill>
                  <a:schemeClr val="dk1"/>
                </a:solidFill>
                <a:latin typeface="Bebas Neue"/>
                <a:ea typeface="Bebas Neue"/>
                <a:cs typeface="Bebas Neue"/>
                <a:sym typeface="Bebas Neue"/>
              </a:defRPr>
            </a:lvl2pPr>
            <a:lvl3pPr marR="0" lvl="2" algn="ctr" rtl="0">
              <a:lnSpc>
                <a:spcPct val="100000"/>
              </a:lnSpc>
              <a:spcBef>
                <a:spcPts val="0"/>
              </a:spcBef>
              <a:spcAft>
                <a:spcPts val="0"/>
              </a:spcAft>
              <a:buClr>
                <a:schemeClr val="dk1"/>
              </a:buClr>
              <a:buSzPts val="6000"/>
              <a:buFont typeface="Bebas Neue"/>
              <a:buNone/>
              <a:defRPr sz="6000" b="0" i="0" u="none" strike="noStrike" cap="none">
                <a:solidFill>
                  <a:schemeClr val="dk1"/>
                </a:solidFill>
                <a:latin typeface="Bebas Neue"/>
                <a:ea typeface="Bebas Neue"/>
                <a:cs typeface="Bebas Neue"/>
                <a:sym typeface="Bebas Neue"/>
              </a:defRPr>
            </a:lvl3pPr>
            <a:lvl4pPr marR="0" lvl="3" algn="ctr" rtl="0">
              <a:lnSpc>
                <a:spcPct val="100000"/>
              </a:lnSpc>
              <a:spcBef>
                <a:spcPts val="0"/>
              </a:spcBef>
              <a:spcAft>
                <a:spcPts val="0"/>
              </a:spcAft>
              <a:buClr>
                <a:schemeClr val="dk1"/>
              </a:buClr>
              <a:buSzPts val="6000"/>
              <a:buFont typeface="Bebas Neue"/>
              <a:buNone/>
              <a:defRPr sz="6000" b="0" i="0" u="none" strike="noStrike" cap="none">
                <a:solidFill>
                  <a:schemeClr val="dk1"/>
                </a:solidFill>
                <a:latin typeface="Bebas Neue"/>
                <a:ea typeface="Bebas Neue"/>
                <a:cs typeface="Bebas Neue"/>
                <a:sym typeface="Bebas Neue"/>
              </a:defRPr>
            </a:lvl4pPr>
            <a:lvl5pPr marR="0" lvl="4" algn="ctr" rtl="0">
              <a:lnSpc>
                <a:spcPct val="100000"/>
              </a:lnSpc>
              <a:spcBef>
                <a:spcPts val="0"/>
              </a:spcBef>
              <a:spcAft>
                <a:spcPts val="0"/>
              </a:spcAft>
              <a:buClr>
                <a:schemeClr val="dk1"/>
              </a:buClr>
              <a:buSzPts val="6000"/>
              <a:buFont typeface="Bebas Neue"/>
              <a:buNone/>
              <a:defRPr sz="6000" b="0" i="0" u="none" strike="noStrike" cap="none">
                <a:solidFill>
                  <a:schemeClr val="dk1"/>
                </a:solidFill>
                <a:latin typeface="Bebas Neue"/>
                <a:ea typeface="Bebas Neue"/>
                <a:cs typeface="Bebas Neue"/>
                <a:sym typeface="Bebas Neue"/>
              </a:defRPr>
            </a:lvl5pPr>
            <a:lvl6pPr marR="0" lvl="5" algn="ctr" rtl="0">
              <a:lnSpc>
                <a:spcPct val="100000"/>
              </a:lnSpc>
              <a:spcBef>
                <a:spcPts val="0"/>
              </a:spcBef>
              <a:spcAft>
                <a:spcPts val="0"/>
              </a:spcAft>
              <a:buClr>
                <a:schemeClr val="dk1"/>
              </a:buClr>
              <a:buSzPts val="6000"/>
              <a:buFont typeface="Bebas Neue"/>
              <a:buNone/>
              <a:defRPr sz="6000" b="0" i="0" u="none" strike="noStrike" cap="none">
                <a:solidFill>
                  <a:schemeClr val="dk1"/>
                </a:solidFill>
                <a:latin typeface="Bebas Neue"/>
                <a:ea typeface="Bebas Neue"/>
                <a:cs typeface="Bebas Neue"/>
                <a:sym typeface="Bebas Neue"/>
              </a:defRPr>
            </a:lvl6pPr>
            <a:lvl7pPr marR="0" lvl="6" algn="ctr" rtl="0">
              <a:lnSpc>
                <a:spcPct val="100000"/>
              </a:lnSpc>
              <a:spcBef>
                <a:spcPts val="0"/>
              </a:spcBef>
              <a:spcAft>
                <a:spcPts val="0"/>
              </a:spcAft>
              <a:buClr>
                <a:schemeClr val="dk1"/>
              </a:buClr>
              <a:buSzPts val="6000"/>
              <a:buFont typeface="Bebas Neue"/>
              <a:buNone/>
              <a:defRPr sz="6000" b="0" i="0" u="none" strike="noStrike" cap="none">
                <a:solidFill>
                  <a:schemeClr val="dk1"/>
                </a:solidFill>
                <a:latin typeface="Bebas Neue"/>
                <a:ea typeface="Bebas Neue"/>
                <a:cs typeface="Bebas Neue"/>
                <a:sym typeface="Bebas Neue"/>
              </a:defRPr>
            </a:lvl7pPr>
            <a:lvl8pPr marR="0" lvl="7" algn="ctr" rtl="0">
              <a:lnSpc>
                <a:spcPct val="100000"/>
              </a:lnSpc>
              <a:spcBef>
                <a:spcPts val="0"/>
              </a:spcBef>
              <a:spcAft>
                <a:spcPts val="0"/>
              </a:spcAft>
              <a:buClr>
                <a:schemeClr val="dk1"/>
              </a:buClr>
              <a:buSzPts val="6000"/>
              <a:buFont typeface="Bebas Neue"/>
              <a:buNone/>
              <a:defRPr sz="6000" b="0" i="0" u="none" strike="noStrike" cap="none">
                <a:solidFill>
                  <a:schemeClr val="dk1"/>
                </a:solidFill>
                <a:latin typeface="Bebas Neue"/>
                <a:ea typeface="Bebas Neue"/>
                <a:cs typeface="Bebas Neue"/>
                <a:sym typeface="Bebas Neue"/>
              </a:defRPr>
            </a:lvl8pPr>
            <a:lvl9pPr marR="0" lvl="8" algn="ctr" rtl="0">
              <a:lnSpc>
                <a:spcPct val="100000"/>
              </a:lnSpc>
              <a:spcBef>
                <a:spcPts val="0"/>
              </a:spcBef>
              <a:spcAft>
                <a:spcPts val="0"/>
              </a:spcAft>
              <a:buClr>
                <a:schemeClr val="dk1"/>
              </a:buClr>
              <a:buSzPts val="6000"/>
              <a:buFont typeface="Bebas Neue"/>
              <a:buNone/>
              <a:defRPr sz="6000" b="0" i="0" u="none" strike="noStrike" cap="none">
                <a:solidFill>
                  <a:schemeClr val="dk1"/>
                </a:solidFill>
                <a:latin typeface="Bebas Neue"/>
                <a:ea typeface="Bebas Neue"/>
                <a:cs typeface="Bebas Neue"/>
                <a:sym typeface="Bebas Neue"/>
              </a:defRPr>
            </a:lvl9pPr>
          </a:lstStyle>
          <a:p>
            <a:r>
              <a:rPr lang="en" dirty="0"/>
              <a:t>04</a:t>
            </a:r>
          </a:p>
        </p:txBody>
      </p:sp>
      <p:sp>
        <p:nvSpPr>
          <p:cNvPr id="67" name="Google Shape;506;p38">
            <a:extLst>
              <a:ext uri="{FF2B5EF4-FFF2-40B4-BE49-F238E27FC236}">
                <a16:creationId xmlns:a16="http://schemas.microsoft.com/office/drawing/2014/main" id="{B23900DB-9D62-4CFE-8CB7-414028907DDA}"/>
              </a:ext>
            </a:extLst>
          </p:cNvPr>
          <p:cNvSpPr txBox="1">
            <a:spLocks/>
          </p:cNvSpPr>
          <p:nvPr/>
        </p:nvSpPr>
        <p:spPr>
          <a:xfrm>
            <a:off x="1693916" y="2333155"/>
            <a:ext cx="2774400" cy="443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Bebas Neue"/>
              <a:buNone/>
              <a:defRPr sz="2700" b="0" i="0" u="none" strike="noStrike" cap="none">
                <a:solidFill>
                  <a:schemeClr val="dk1"/>
                </a:solidFill>
                <a:latin typeface="Bebas Neue"/>
                <a:ea typeface="Bebas Neue"/>
                <a:cs typeface="Bebas Neue"/>
                <a:sym typeface="Bebas Neue"/>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en" sz="2800" dirty="0">
                <a:solidFill>
                  <a:schemeClr val="tx1"/>
                </a:solidFill>
              </a:rPr>
              <a:t>POWERBI</a:t>
            </a:r>
            <a:r>
              <a:rPr lang="en" sz="2800" dirty="0"/>
              <a:t> VS TABLEAU</a:t>
            </a:r>
            <a:endParaRPr lang="fr-FR" dirty="0"/>
          </a:p>
        </p:txBody>
      </p:sp>
      <p:sp>
        <p:nvSpPr>
          <p:cNvPr id="68" name="Google Shape;506;p38">
            <a:extLst>
              <a:ext uri="{FF2B5EF4-FFF2-40B4-BE49-F238E27FC236}">
                <a16:creationId xmlns:a16="http://schemas.microsoft.com/office/drawing/2014/main" id="{589C00A0-0AF3-476A-80E4-4B8304E2C3F1}"/>
              </a:ext>
            </a:extLst>
          </p:cNvPr>
          <p:cNvSpPr txBox="1">
            <a:spLocks/>
          </p:cNvSpPr>
          <p:nvPr/>
        </p:nvSpPr>
        <p:spPr>
          <a:xfrm>
            <a:off x="5523340" y="2128350"/>
            <a:ext cx="2774400" cy="443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Bebas Neue"/>
              <a:buNone/>
              <a:defRPr sz="2700" b="0" i="0" u="none" strike="noStrike" cap="none">
                <a:solidFill>
                  <a:schemeClr val="dk1"/>
                </a:solidFill>
                <a:latin typeface="Bebas Neue"/>
                <a:ea typeface="Bebas Neue"/>
                <a:cs typeface="Bebas Neue"/>
                <a:sym typeface="Bebas Neue"/>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r>
              <a:rPr lang="en" sz="2800" dirty="0">
                <a:solidFill>
                  <a:schemeClr val="tx1"/>
                </a:solidFill>
              </a:rPr>
              <a:t>Avantages et </a:t>
            </a:r>
            <a:r>
              <a:rPr lang="fr-FR" sz="2800" dirty="0">
                <a:solidFill>
                  <a:schemeClr val="tx1"/>
                </a:solidFill>
              </a:rPr>
              <a:t>Inconvénients</a:t>
            </a:r>
            <a:r>
              <a:rPr lang="en" sz="2800" dirty="0">
                <a:solidFill>
                  <a:schemeClr val="tx1"/>
                </a:solidFill>
              </a:rPr>
              <a:t> de POWERBI</a:t>
            </a:r>
            <a:endParaRPr lang="fr-FR"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504"/>
                                        </p:tgtEl>
                                        <p:attrNameLst>
                                          <p:attrName>style.visibility</p:attrName>
                                        </p:attrNameLst>
                                      </p:cBhvr>
                                      <p:to>
                                        <p:strVal val="visible"/>
                                      </p:to>
                                    </p:set>
                                    <p:animEffect transition="in" filter="barn(inVertical)">
                                      <p:cBhvr>
                                        <p:cTn id="11" dur="500"/>
                                        <p:tgtEl>
                                          <p:spTgt spid="504"/>
                                        </p:tgtEl>
                                      </p:cBhvr>
                                    </p:animEffect>
                                  </p:childTnLst>
                                </p:cTn>
                              </p:par>
                              <p:par>
                                <p:cTn id="12" presetID="16" presetClass="entr" presetSubtype="21" fill="hold" grpId="0" nodeType="withEffect">
                                  <p:stCondLst>
                                    <p:cond delay="0"/>
                                  </p:stCondLst>
                                  <p:childTnLst>
                                    <p:set>
                                      <p:cBhvr>
                                        <p:cTn id="13" dur="1" fill="hold">
                                          <p:stCondLst>
                                            <p:cond delay="0"/>
                                          </p:stCondLst>
                                        </p:cTn>
                                        <p:tgtEl>
                                          <p:spTgt spid="506"/>
                                        </p:tgtEl>
                                        <p:attrNameLst>
                                          <p:attrName>style.visibility</p:attrName>
                                        </p:attrNameLst>
                                      </p:cBhvr>
                                      <p:to>
                                        <p:strVal val="visible"/>
                                      </p:to>
                                    </p:set>
                                    <p:animEffect transition="in" filter="barn(inVertical)">
                                      <p:cBhvr>
                                        <p:cTn id="14" dur="500"/>
                                        <p:tgtEl>
                                          <p:spTgt spid="506"/>
                                        </p:tgtEl>
                                      </p:cBhvr>
                                    </p:animEffect>
                                  </p:childTnLst>
                                </p:cTn>
                              </p:par>
                              <p:par>
                                <p:cTn id="15" presetID="16" presetClass="entr" presetSubtype="21" fill="hold" grpId="0" nodeType="withEffect">
                                  <p:stCondLst>
                                    <p:cond delay="0"/>
                                  </p:stCondLst>
                                  <p:childTnLst>
                                    <p:set>
                                      <p:cBhvr>
                                        <p:cTn id="16" dur="1" fill="hold">
                                          <p:stCondLst>
                                            <p:cond delay="0"/>
                                          </p:stCondLst>
                                        </p:cTn>
                                        <p:tgtEl>
                                          <p:spTgt spid="508"/>
                                        </p:tgtEl>
                                        <p:attrNameLst>
                                          <p:attrName>style.visibility</p:attrName>
                                        </p:attrNameLst>
                                      </p:cBhvr>
                                      <p:to>
                                        <p:strVal val="visible"/>
                                      </p:to>
                                    </p:set>
                                    <p:animEffect transition="in" filter="barn(inVertical)">
                                      <p:cBhvr>
                                        <p:cTn id="17" dur="500"/>
                                        <p:tgtEl>
                                          <p:spTgt spid="508"/>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550"/>
                                        </p:tgtEl>
                                        <p:attrNameLst>
                                          <p:attrName>style.visibility</p:attrName>
                                        </p:attrNameLst>
                                      </p:cBhvr>
                                      <p:to>
                                        <p:strVal val="visible"/>
                                      </p:to>
                                    </p:set>
                                    <p:animEffect transition="in" filter="barn(inVertical)">
                                      <p:cBhvr>
                                        <p:cTn id="20" dur="500"/>
                                        <p:tgtEl>
                                          <p:spTgt spid="550"/>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498"/>
                                        </p:tgtEl>
                                        <p:attrNameLst>
                                          <p:attrName>style.visibility</p:attrName>
                                        </p:attrNameLst>
                                      </p:cBhvr>
                                      <p:to>
                                        <p:strVal val="visible"/>
                                      </p:to>
                                    </p:set>
                                    <p:animEffect transition="in" filter="barn(inVertical)">
                                      <p:cBhvr>
                                        <p:cTn id="25" dur="500"/>
                                        <p:tgtEl>
                                          <p:spTgt spid="498"/>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510"/>
                                        </p:tgtEl>
                                        <p:attrNameLst>
                                          <p:attrName>style.visibility</p:attrName>
                                        </p:attrNameLst>
                                      </p:cBhvr>
                                      <p:to>
                                        <p:strVal val="visible"/>
                                      </p:to>
                                    </p:set>
                                    <p:animEffect transition="in" filter="barn(inVertical)">
                                      <p:cBhvr>
                                        <p:cTn id="28" dur="500"/>
                                        <p:tgtEl>
                                          <p:spTgt spid="510"/>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512"/>
                                        </p:tgtEl>
                                        <p:attrNameLst>
                                          <p:attrName>style.visibility</p:attrName>
                                        </p:attrNameLst>
                                      </p:cBhvr>
                                      <p:to>
                                        <p:strVal val="visible"/>
                                      </p:to>
                                    </p:set>
                                    <p:animEffect transition="in" filter="barn(inVertical)">
                                      <p:cBhvr>
                                        <p:cTn id="31" dur="500"/>
                                        <p:tgtEl>
                                          <p:spTgt spid="512"/>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549"/>
                                        </p:tgtEl>
                                        <p:attrNameLst>
                                          <p:attrName>style.visibility</p:attrName>
                                        </p:attrNameLst>
                                      </p:cBhvr>
                                      <p:to>
                                        <p:strVal val="visible"/>
                                      </p:to>
                                    </p:set>
                                    <p:animEffect transition="in" filter="barn(inVertical)">
                                      <p:cBhvr>
                                        <p:cTn id="36" dur="500"/>
                                        <p:tgtEl>
                                          <p:spTgt spid="549"/>
                                        </p:tgtEl>
                                      </p:cBhvr>
                                    </p:animEffect>
                                  </p:childTnLst>
                                </p:cTn>
                              </p:par>
                              <p:par>
                                <p:cTn id="37" presetID="16" presetClass="entr" presetSubtype="21" fill="hold" grpId="0" nodeType="withEffect">
                                  <p:stCondLst>
                                    <p:cond delay="0"/>
                                  </p:stCondLst>
                                  <p:childTnLst>
                                    <p:set>
                                      <p:cBhvr>
                                        <p:cTn id="38" dur="1" fill="hold">
                                          <p:stCondLst>
                                            <p:cond delay="0"/>
                                          </p:stCondLst>
                                        </p:cTn>
                                        <p:tgtEl>
                                          <p:spTgt spid="63"/>
                                        </p:tgtEl>
                                        <p:attrNameLst>
                                          <p:attrName>style.visibility</p:attrName>
                                        </p:attrNameLst>
                                      </p:cBhvr>
                                      <p:to>
                                        <p:strVal val="visible"/>
                                      </p:to>
                                    </p:set>
                                    <p:animEffect transition="in" filter="barn(inVertical)">
                                      <p:cBhvr>
                                        <p:cTn id="39" dur="500"/>
                                        <p:tgtEl>
                                          <p:spTgt spid="63"/>
                                        </p:tgtEl>
                                      </p:cBhvr>
                                    </p:animEffect>
                                  </p:childTnLst>
                                </p:cTn>
                              </p:par>
                              <p:par>
                                <p:cTn id="40" presetID="16" presetClass="entr" presetSubtype="21" fill="hold" grpId="0" nodeType="withEffect">
                                  <p:stCondLst>
                                    <p:cond delay="0"/>
                                  </p:stCondLst>
                                  <p:childTnLst>
                                    <p:set>
                                      <p:cBhvr>
                                        <p:cTn id="41" dur="1" fill="hold">
                                          <p:stCondLst>
                                            <p:cond delay="0"/>
                                          </p:stCondLst>
                                        </p:cTn>
                                        <p:tgtEl>
                                          <p:spTgt spid="65"/>
                                        </p:tgtEl>
                                        <p:attrNameLst>
                                          <p:attrName>style.visibility</p:attrName>
                                        </p:attrNameLst>
                                      </p:cBhvr>
                                      <p:to>
                                        <p:strVal val="visible"/>
                                      </p:to>
                                    </p:set>
                                    <p:animEffect transition="in" filter="barn(inVertical)">
                                      <p:cBhvr>
                                        <p:cTn id="42" dur="500"/>
                                        <p:tgtEl>
                                          <p:spTgt spid="65"/>
                                        </p:tgtEl>
                                      </p:cBhvr>
                                    </p:animEffect>
                                  </p:childTnLst>
                                </p:cTn>
                              </p:par>
                              <p:par>
                                <p:cTn id="43" presetID="16" presetClass="entr" presetSubtype="21" fill="hold" grpId="0" nodeType="withEffect">
                                  <p:stCondLst>
                                    <p:cond delay="0"/>
                                  </p:stCondLst>
                                  <p:childTnLst>
                                    <p:set>
                                      <p:cBhvr>
                                        <p:cTn id="44" dur="1" fill="hold">
                                          <p:stCondLst>
                                            <p:cond delay="0"/>
                                          </p:stCondLst>
                                        </p:cTn>
                                        <p:tgtEl>
                                          <p:spTgt spid="67"/>
                                        </p:tgtEl>
                                        <p:attrNameLst>
                                          <p:attrName>style.visibility</p:attrName>
                                        </p:attrNameLst>
                                      </p:cBhvr>
                                      <p:to>
                                        <p:strVal val="visible"/>
                                      </p:to>
                                    </p:set>
                                    <p:animEffect transition="in" filter="barn(inVertical)">
                                      <p:cBhvr>
                                        <p:cTn id="45" dur="500"/>
                                        <p:tgtEl>
                                          <p:spTgt spid="67"/>
                                        </p:tgtEl>
                                      </p:cBhvr>
                                    </p:animEffect>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grpId="0" nodeType="clickEffect">
                                  <p:stCondLst>
                                    <p:cond delay="0"/>
                                  </p:stCondLst>
                                  <p:childTnLst>
                                    <p:set>
                                      <p:cBhvr>
                                        <p:cTn id="49" dur="1" fill="hold">
                                          <p:stCondLst>
                                            <p:cond delay="0"/>
                                          </p:stCondLst>
                                        </p:cTn>
                                        <p:tgtEl>
                                          <p:spTgt spid="545"/>
                                        </p:tgtEl>
                                        <p:attrNameLst>
                                          <p:attrName>style.visibility</p:attrName>
                                        </p:attrNameLst>
                                      </p:cBhvr>
                                      <p:to>
                                        <p:strVal val="visible"/>
                                      </p:to>
                                    </p:set>
                                    <p:animEffect transition="in" filter="barn(inVertical)">
                                      <p:cBhvr>
                                        <p:cTn id="50" dur="500"/>
                                        <p:tgtEl>
                                          <p:spTgt spid="545"/>
                                        </p:tgtEl>
                                      </p:cBhvr>
                                    </p:animEffect>
                                  </p:childTnLst>
                                </p:cTn>
                              </p:par>
                              <p:par>
                                <p:cTn id="51" presetID="16" presetClass="entr" presetSubtype="21" fill="hold" grpId="0" nodeType="withEffect">
                                  <p:stCondLst>
                                    <p:cond delay="0"/>
                                  </p:stCondLst>
                                  <p:childTnLst>
                                    <p:set>
                                      <p:cBhvr>
                                        <p:cTn id="52" dur="1" fill="hold">
                                          <p:stCondLst>
                                            <p:cond delay="0"/>
                                          </p:stCondLst>
                                        </p:cTn>
                                        <p:tgtEl>
                                          <p:spTgt spid="546"/>
                                        </p:tgtEl>
                                        <p:attrNameLst>
                                          <p:attrName>style.visibility</p:attrName>
                                        </p:attrNameLst>
                                      </p:cBhvr>
                                      <p:to>
                                        <p:strVal val="visible"/>
                                      </p:to>
                                    </p:set>
                                    <p:animEffect transition="in" filter="barn(inVertical)">
                                      <p:cBhvr>
                                        <p:cTn id="53" dur="500"/>
                                        <p:tgtEl>
                                          <p:spTgt spid="546"/>
                                        </p:tgtEl>
                                      </p:cBhvr>
                                    </p:animEffect>
                                  </p:childTnLst>
                                </p:cTn>
                              </p:par>
                              <p:par>
                                <p:cTn id="54" presetID="16" presetClass="entr" presetSubtype="21" fill="hold" grpId="0" nodeType="withEffect">
                                  <p:stCondLst>
                                    <p:cond delay="0"/>
                                  </p:stCondLst>
                                  <p:childTnLst>
                                    <p:set>
                                      <p:cBhvr>
                                        <p:cTn id="55" dur="1" fill="hold">
                                          <p:stCondLst>
                                            <p:cond delay="0"/>
                                          </p:stCondLst>
                                        </p:cTn>
                                        <p:tgtEl>
                                          <p:spTgt spid="547"/>
                                        </p:tgtEl>
                                        <p:attrNameLst>
                                          <p:attrName>style.visibility</p:attrName>
                                        </p:attrNameLst>
                                      </p:cBhvr>
                                      <p:to>
                                        <p:strVal val="visible"/>
                                      </p:to>
                                    </p:set>
                                    <p:animEffect transition="in" filter="barn(inVertical)">
                                      <p:cBhvr>
                                        <p:cTn id="56" dur="500"/>
                                        <p:tgtEl>
                                          <p:spTgt spid="547"/>
                                        </p:tgtEl>
                                      </p:cBhvr>
                                    </p:animEffect>
                                  </p:childTnLst>
                                </p:cTn>
                              </p:par>
                              <p:par>
                                <p:cTn id="57" presetID="16" presetClass="entr" presetSubtype="21" fill="hold" grpId="0" nodeType="withEffect">
                                  <p:stCondLst>
                                    <p:cond delay="0"/>
                                  </p:stCondLst>
                                  <p:childTnLst>
                                    <p:set>
                                      <p:cBhvr>
                                        <p:cTn id="58" dur="1" fill="hold">
                                          <p:stCondLst>
                                            <p:cond delay="0"/>
                                          </p:stCondLst>
                                        </p:cTn>
                                        <p:tgtEl>
                                          <p:spTgt spid="64"/>
                                        </p:tgtEl>
                                        <p:attrNameLst>
                                          <p:attrName>style.visibility</p:attrName>
                                        </p:attrNameLst>
                                      </p:cBhvr>
                                      <p:to>
                                        <p:strVal val="visible"/>
                                      </p:to>
                                    </p:set>
                                    <p:animEffect transition="in" filter="barn(inVertical)">
                                      <p:cBhvr>
                                        <p:cTn id="59" dur="500"/>
                                        <p:tgtEl>
                                          <p:spTgt spid="64"/>
                                        </p:tgtEl>
                                      </p:cBhvr>
                                    </p:animEffect>
                                  </p:childTnLst>
                                </p:cTn>
                              </p:par>
                              <p:par>
                                <p:cTn id="60" presetID="16" presetClass="entr" presetSubtype="21" fill="hold" grpId="0" nodeType="withEffect">
                                  <p:stCondLst>
                                    <p:cond delay="0"/>
                                  </p:stCondLst>
                                  <p:childTnLst>
                                    <p:set>
                                      <p:cBhvr>
                                        <p:cTn id="61" dur="1" fill="hold">
                                          <p:stCondLst>
                                            <p:cond delay="0"/>
                                          </p:stCondLst>
                                        </p:cTn>
                                        <p:tgtEl>
                                          <p:spTgt spid="66"/>
                                        </p:tgtEl>
                                        <p:attrNameLst>
                                          <p:attrName>style.visibility</p:attrName>
                                        </p:attrNameLst>
                                      </p:cBhvr>
                                      <p:to>
                                        <p:strVal val="visible"/>
                                      </p:to>
                                    </p:set>
                                    <p:animEffect transition="in" filter="barn(inVertical)">
                                      <p:cBhvr>
                                        <p:cTn id="62" dur="500"/>
                                        <p:tgtEl>
                                          <p:spTgt spid="66"/>
                                        </p:tgtEl>
                                      </p:cBhvr>
                                    </p:animEffect>
                                  </p:childTnLst>
                                </p:cTn>
                              </p:par>
                              <p:par>
                                <p:cTn id="63" presetID="16" presetClass="entr" presetSubtype="21" fill="hold" grpId="0" nodeType="withEffect">
                                  <p:stCondLst>
                                    <p:cond delay="0"/>
                                  </p:stCondLst>
                                  <p:childTnLst>
                                    <p:set>
                                      <p:cBhvr>
                                        <p:cTn id="64" dur="1" fill="hold">
                                          <p:stCondLst>
                                            <p:cond delay="0"/>
                                          </p:stCondLst>
                                        </p:cTn>
                                        <p:tgtEl>
                                          <p:spTgt spid="68"/>
                                        </p:tgtEl>
                                        <p:attrNameLst>
                                          <p:attrName>style.visibility</p:attrName>
                                        </p:attrNameLst>
                                      </p:cBhvr>
                                      <p:to>
                                        <p:strVal val="visible"/>
                                      </p:to>
                                    </p:set>
                                    <p:animEffect transition="in" filter="barn(inVertical)">
                                      <p:cBhvr>
                                        <p:cTn id="65" dur="500"/>
                                        <p:tgtEl>
                                          <p:spTgt spid="68"/>
                                        </p:tgtEl>
                                      </p:cBhvr>
                                    </p:animEffect>
                                  </p:childTnLst>
                                </p:cTn>
                              </p:par>
                            </p:childTnLst>
                          </p:cTn>
                        </p:par>
                      </p:childTnLst>
                    </p:cTn>
                  </p:par>
                  <p:par>
                    <p:cTn id="66" fill="hold">
                      <p:stCondLst>
                        <p:cond delay="indefinite"/>
                      </p:stCondLst>
                      <p:childTnLst>
                        <p:par>
                          <p:cTn id="67" fill="hold">
                            <p:stCondLst>
                              <p:cond delay="0"/>
                            </p:stCondLst>
                            <p:childTnLst>
                              <p:par>
                                <p:cTn id="68" presetID="16" presetClass="entr" presetSubtype="21" fill="hold" grpId="0" nodeType="clickEffect">
                                  <p:stCondLst>
                                    <p:cond delay="0"/>
                                  </p:stCondLst>
                                  <p:childTnLst>
                                    <p:set>
                                      <p:cBhvr>
                                        <p:cTn id="69" dur="1" fill="hold">
                                          <p:stCondLst>
                                            <p:cond delay="0"/>
                                          </p:stCondLst>
                                        </p:cTn>
                                        <p:tgtEl>
                                          <p:spTgt spid="500"/>
                                        </p:tgtEl>
                                        <p:attrNameLst>
                                          <p:attrName>style.visibility</p:attrName>
                                        </p:attrNameLst>
                                      </p:cBhvr>
                                      <p:to>
                                        <p:strVal val="visible"/>
                                      </p:to>
                                    </p:set>
                                    <p:animEffect transition="in" filter="barn(inVertical)">
                                      <p:cBhvr>
                                        <p:cTn id="70" dur="500"/>
                                        <p:tgtEl>
                                          <p:spTgt spid="500"/>
                                        </p:tgtEl>
                                      </p:cBhvr>
                                    </p:animEffect>
                                  </p:childTnLst>
                                </p:cTn>
                              </p:par>
                              <p:par>
                                <p:cTn id="71" presetID="16" presetClass="entr" presetSubtype="21" fill="hold" grpId="0" nodeType="withEffect">
                                  <p:stCondLst>
                                    <p:cond delay="0"/>
                                  </p:stCondLst>
                                  <p:childTnLst>
                                    <p:set>
                                      <p:cBhvr>
                                        <p:cTn id="72" dur="1" fill="hold">
                                          <p:stCondLst>
                                            <p:cond delay="0"/>
                                          </p:stCondLst>
                                        </p:cTn>
                                        <p:tgtEl>
                                          <p:spTgt spid="513"/>
                                        </p:tgtEl>
                                        <p:attrNameLst>
                                          <p:attrName>style.visibility</p:attrName>
                                        </p:attrNameLst>
                                      </p:cBhvr>
                                      <p:to>
                                        <p:strVal val="visible"/>
                                      </p:to>
                                    </p:set>
                                    <p:animEffect transition="in" filter="barn(inVertical)">
                                      <p:cBhvr>
                                        <p:cTn id="73" dur="500"/>
                                        <p:tgtEl>
                                          <p:spTgt spid="513"/>
                                        </p:tgtEl>
                                      </p:cBhvr>
                                    </p:animEffect>
                                  </p:childTnLst>
                                </p:cTn>
                              </p:par>
                              <p:par>
                                <p:cTn id="74" presetID="16" presetClass="entr" presetSubtype="21" fill="hold" grpId="0" nodeType="withEffect">
                                  <p:stCondLst>
                                    <p:cond delay="0"/>
                                  </p:stCondLst>
                                  <p:childTnLst>
                                    <p:set>
                                      <p:cBhvr>
                                        <p:cTn id="75" dur="1" fill="hold">
                                          <p:stCondLst>
                                            <p:cond delay="0"/>
                                          </p:stCondLst>
                                        </p:cTn>
                                        <p:tgtEl>
                                          <p:spTgt spid="515"/>
                                        </p:tgtEl>
                                        <p:attrNameLst>
                                          <p:attrName>style.visibility</p:attrName>
                                        </p:attrNameLst>
                                      </p:cBhvr>
                                      <p:to>
                                        <p:strVal val="visible"/>
                                      </p:to>
                                    </p:set>
                                    <p:animEffect transition="in" filter="barn(inVertical)">
                                      <p:cBhvr>
                                        <p:cTn id="76" dur="500"/>
                                        <p:tgtEl>
                                          <p:spTgt spid="515"/>
                                        </p:tgtEl>
                                      </p:cBhvr>
                                    </p:animEffect>
                                  </p:childTnLst>
                                </p:cTn>
                              </p:par>
                            </p:childTnLst>
                          </p:cTn>
                        </p:par>
                      </p:childTnLst>
                    </p:cTn>
                  </p:par>
                  <p:par>
                    <p:cTn id="77" fill="hold">
                      <p:stCondLst>
                        <p:cond delay="indefinite"/>
                      </p:stCondLst>
                      <p:childTnLst>
                        <p:par>
                          <p:cTn id="78" fill="hold">
                            <p:stCondLst>
                              <p:cond delay="0"/>
                            </p:stCondLst>
                            <p:childTnLst>
                              <p:par>
                                <p:cTn id="79" presetID="16" presetClass="entr" presetSubtype="21" fill="hold" grpId="0" nodeType="clickEffect">
                                  <p:stCondLst>
                                    <p:cond delay="0"/>
                                  </p:stCondLst>
                                  <p:childTnLst>
                                    <p:set>
                                      <p:cBhvr>
                                        <p:cTn id="80" dur="1" fill="hold">
                                          <p:stCondLst>
                                            <p:cond delay="0"/>
                                          </p:stCondLst>
                                        </p:cTn>
                                        <p:tgtEl>
                                          <p:spTgt spid="502"/>
                                        </p:tgtEl>
                                        <p:attrNameLst>
                                          <p:attrName>style.visibility</p:attrName>
                                        </p:attrNameLst>
                                      </p:cBhvr>
                                      <p:to>
                                        <p:strVal val="visible"/>
                                      </p:to>
                                    </p:set>
                                    <p:animEffect transition="in" filter="barn(inVertical)">
                                      <p:cBhvr>
                                        <p:cTn id="81" dur="500"/>
                                        <p:tgtEl>
                                          <p:spTgt spid="502"/>
                                        </p:tgtEl>
                                      </p:cBhvr>
                                    </p:animEffect>
                                  </p:childTnLst>
                                </p:cTn>
                              </p:par>
                              <p:par>
                                <p:cTn id="82" presetID="16" presetClass="entr" presetSubtype="21" fill="hold" grpId="0" nodeType="withEffect">
                                  <p:stCondLst>
                                    <p:cond delay="0"/>
                                  </p:stCondLst>
                                  <p:childTnLst>
                                    <p:set>
                                      <p:cBhvr>
                                        <p:cTn id="83" dur="1" fill="hold">
                                          <p:stCondLst>
                                            <p:cond delay="0"/>
                                          </p:stCondLst>
                                        </p:cTn>
                                        <p:tgtEl>
                                          <p:spTgt spid="516"/>
                                        </p:tgtEl>
                                        <p:attrNameLst>
                                          <p:attrName>style.visibility</p:attrName>
                                        </p:attrNameLst>
                                      </p:cBhvr>
                                      <p:to>
                                        <p:strVal val="visible"/>
                                      </p:to>
                                    </p:set>
                                    <p:animEffect transition="in" filter="barn(inVertical)">
                                      <p:cBhvr>
                                        <p:cTn id="84" dur="500"/>
                                        <p:tgtEl>
                                          <p:spTgt spid="516"/>
                                        </p:tgtEl>
                                      </p:cBhvr>
                                    </p:animEffect>
                                  </p:childTnLst>
                                </p:cTn>
                              </p:par>
                              <p:par>
                                <p:cTn id="85" presetID="16" presetClass="entr" presetSubtype="21" fill="hold" grpId="0" nodeType="withEffect">
                                  <p:stCondLst>
                                    <p:cond delay="0"/>
                                  </p:stCondLst>
                                  <p:childTnLst>
                                    <p:set>
                                      <p:cBhvr>
                                        <p:cTn id="86" dur="1" fill="hold">
                                          <p:stCondLst>
                                            <p:cond delay="0"/>
                                          </p:stCondLst>
                                        </p:cTn>
                                        <p:tgtEl>
                                          <p:spTgt spid="518"/>
                                        </p:tgtEl>
                                        <p:attrNameLst>
                                          <p:attrName>style.visibility</p:attrName>
                                        </p:attrNameLst>
                                      </p:cBhvr>
                                      <p:to>
                                        <p:strVal val="visible"/>
                                      </p:to>
                                    </p:set>
                                    <p:animEffect transition="in" filter="barn(inVertical)">
                                      <p:cBhvr>
                                        <p:cTn id="87" dur="500"/>
                                        <p:tgtEl>
                                          <p:spTgt spid="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8" grpId="0" animBg="1"/>
      <p:bldP spid="500" grpId="0" animBg="1"/>
      <p:bldP spid="502" grpId="0" animBg="1"/>
      <p:bldP spid="504" grpId="0" animBg="1"/>
      <p:bldP spid="505" grpId="0"/>
      <p:bldP spid="506" grpId="0"/>
      <p:bldP spid="508" grpId="0"/>
      <p:bldP spid="510" grpId="0"/>
      <p:bldP spid="512" grpId="0"/>
      <p:bldP spid="513" grpId="0"/>
      <p:bldP spid="515" grpId="0"/>
      <p:bldP spid="516" grpId="0"/>
      <p:bldP spid="518" grpId="0"/>
      <p:bldP spid="545" grpId="0" animBg="1"/>
      <p:bldP spid="546" grpId="0" animBg="1"/>
      <p:bldP spid="547" grpId="0" animBg="1"/>
      <p:bldP spid="549" grpId="0" animBg="1"/>
      <p:bldP spid="550" grpId="0" animBg="1"/>
      <p:bldP spid="63" grpId="0" animBg="1"/>
      <p:bldP spid="64" grpId="0" animBg="1"/>
      <p:bldP spid="65" grpId="0"/>
      <p:bldP spid="66" grpId="0"/>
      <p:bldP spid="67" grpId="0"/>
      <p:bldP spid="6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37"/>
          <p:cNvSpPr txBox="1">
            <a:spLocks noGrp="1"/>
          </p:cNvSpPr>
          <p:nvPr>
            <p:ph type="subTitle" idx="1"/>
          </p:nvPr>
        </p:nvSpPr>
        <p:spPr>
          <a:xfrm>
            <a:off x="2810726" y="2840329"/>
            <a:ext cx="5401298" cy="71896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Définition de la Business Intelligence. </a:t>
            </a:r>
          </a:p>
          <a:p>
            <a:pPr marL="0" lvl="0" indent="0" algn="l" rtl="0">
              <a:spcBef>
                <a:spcPts val="0"/>
              </a:spcBef>
              <a:spcAft>
                <a:spcPts val="0"/>
              </a:spcAft>
              <a:buNone/>
            </a:pPr>
            <a:r>
              <a:rPr lang="fr-FR" dirty="0"/>
              <a:t>Objectifs et avantages de l'utilisation de la BI dans les entreprises</a:t>
            </a:r>
            <a:endParaRPr dirty="0"/>
          </a:p>
        </p:txBody>
      </p:sp>
      <p:sp>
        <p:nvSpPr>
          <p:cNvPr id="398" name="Google Shape;398;p37"/>
          <p:cNvSpPr txBox="1">
            <a:spLocks noGrp="1"/>
          </p:cNvSpPr>
          <p:nvPr>
            <p:ph type="title"/>
          </p:nvPr>
        </p:nvSpPr>
        <p:spPr>
          <a:xfrm>
            <a:off x="2483614" y="1479280"/>
            <a:ext cx="4307556" cy="1269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7200" dirty="0"/>
              <a:t>INTRODUCTION</a:t>
            </a:r>
            <a:endParaRPr sz="7200" dirty="0"/>
          </a:p>
        </p:txBody>
      </p:sp>
      <p:sp>
        <p:nvSpPr>
          <p:cNvPr id="399" name="Google Shape;399;p37"/>
          <p:cNvSpPr txBox="1"/>
          <p:nvPr/>
        </p:nvSpPr>
        <p:spPr>
          <a:xfrm>
            <a:off x="7062300" y="212749"/>
            <a:ext cx="1367400" cy="300900"/>
          </a:xfrm>
          <a:prstGeom prst="rect">
            <a:avLst/>
          </a:prstGeom>
          <a:noFill/>
          <a:ln>
            <a:noFill/>
          </a:ln>
        </p:spPr>
        <p:txBody>
          <a:bodyPr spcFirstLastPara="1" wrap="square" lIns="91425" tIns="91425" rIns="0" bIns="91425" anchor="ctr" anchorCtr="0">
            <a:noAutofit/>
          </a:bodyPr>
          <a:lstStyle/>
          <a:p>
            <a:pPr marL="0" lvl="0" indent="0" algn="r" rtl="0">
              <a:spcBef>
                <a:spcPts val="0"/>
              </a:spcBef>
              <a:spcAft>
                <a:spcPts val="0"/>
              </a:spcAft>
              <a:buNone/>
            </a:pPr>
            <a:r>
              <a:rPr lang="en">
                <a:solidFill>
                  <a:schemeClr val="lt2"/>
                </a:solidFill>
                <a:latin typeface="Bebas Neue"/>
                <a:ea typeface="Bebas Neue"/>
                <a:cs typeface="Bebas Neue"/>
                <a:sym typeface="Bebas Neue"/>
              </a:rPr>
              <a:t>Data ANALYSIS</a:t>
            </a:r>
            <a:endParaRPr>
              <a:solidFill>
                <a:schemeClr val="lt2"/>
              </a:solidFill>
            </a:endParaRPr>
          </a:p>
        </p:txBody>
      </p:sp>
      <p:grpSp>
        <p:nvGrpSpPr>
          <p:cNvPr id="400" name="Google Shape;400;p37"/>
          <p:cNvGrpSpPr/>
          <p:nvPr/>
        </p:nvGrpSpPr>
        <p:grpSpPr>
          <a:xfrm>
            <a:off x="2308150" y="1262488"/>
            <a:ext cx="65475" cy="397950"/>
            <a:chOff x="2551425" y="1409425"/>
            <a:chExt cx="65475" cy="397950"/>
          </a:xfrm>
        </p:grpSpPr>
        <p:sp>
          <p:nvSpPr>
            <p:cNvPr id="401" name="Google Shape;401;p37"/>
            <p:cNvSpPr/>
            <p:nvPr/>
          </p:nvSpPr>
          <p:spPr>
            <a:xfrm>
              <a:off x="2568775" y="1499550"/>
              <a:ext cx="36100" cy="30850"/>
            </a:xfrm>
            <a:custGeom>
              <a:avLst/>
              <a:gdLst/>
              <a:ahLst/>
              <a:cxnLst/>
              <a:rect l="l" t="t" r="r" b="b"/>
              <a:pathLst>
                <a:path w="1444" h="1234" extrusionOk="0">
                  <a:moveTo>
                    <a:pt x="621" y="0"/>
                  </a:moveTo>
                  <a:cubicBezTo>
                    <a:pt x="304" y="0"/>
                    <a:pt x="1" y="248"/>
                    <a:pt x="1" y="610"/>
                  </a:cubicBezTo>
                  <a:cubicBezTo>
                    <a:pt x="1" y="949"/>
                    <a:pt x="268" y="1234"/>
                    <a:pt x="607" y="1234"/>
                  </a:cubicBezTo>
                  <a:cubicBezTo>
                    <a:pt x="1159" y="1234"/>
                    <a:pt x="1444" y="575"/>
                    <a:pt x="1052" y="183"/>
                  </a:cubicBezTo>
                  <a:cubicBezTo>
                    <a:pt x="926" y="56"/>
                    <a:pt x="772" y="0"/>
                    <a:pt x="621"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7"/>
            <p:cNvSpPr/>
            <p:nvPr/>
          </p:nvSpPr>
          <p:spPr>
            <a:xfrm>
              <a:off x="2559875" y="1490575"/>
              <a:ext cx="57025" cy="48750"/>
            </a:xfrm>
            <a:custGeom>
              <a:avLst/>
              <a:gdLst/>
              <a:ahLst/>
              <a:cxnLst/>
              <a:rect l="l" t="t" r="r" b="b"/>
              <a:pathLst>
                <a:path w="2281" h="1950" extrusionOk="0">
                  <a:moveTo>
                    <a:pt x="984" y="96"/>
                  </a:moveTo>
                  <a:cubicBezTo>
                    <a:pt x="1772" y="96"/>
                    <a:pt x="2169" y="1046"/>
                    <a:pt x="1622" y="1611"/>
                  </a:cubicBezTo>
                  <a:cubicBezTo>
                    <a:pt x="1435" y="1797"/>
                    <a:pt x="1207" y="1880"/>
                    <a:pt x="984" y="1880"/>
                  </a:cubicBezTo>
                  <a:cubicBezTo>
                    <a:pt x="525" y="1880"/>
                    <a:pt x="90" y="1527"/>
                    <a:pt x="90" y="987"/>
                  </a:cubicBezTo>
                  <a:cubicBezTo>
                    <a:pt x="90" y="488"/>
                    <a:pt x="482" y="96"/>
                    <a:pt x="963" y="96"/>
                  </a:cubicBezTo>
                  <a:cubicBezTo>
                    <a:pt x="970" y="96"/>
                    <a:pt x="977" y="96"/>
                    <a:pt x="984" y="96"/>
                  </a:cubicBezTo>
                  <a:close/>
                  <a:moveTo>
                    <a:pt x="979" y="0"/>
                  </a:moveTo>
                  <a:cubicBezTo>
                    <a:pt x="481" y="0"/>
                    <a:pt x="1" y="391"/>
                    <a:pt x="1" y="969"/>
                  </a:cubicBezTo>
                  <a:cubicBezTo>
                    <a:pt x="1" y="1504"/>
                    <a:pt x="428" y="1949"/>
                    <a:pt x="963" y="1949"/>
                  </a:cubicBezTo>
                  <a:cubicBezTo>
                    <a:pt x="1835" y="1949"/>
                    <a:pt x="2281" y="898"/>
                    <a:pt x="1657" y="292"/>
                  </a:cubicBezTo>
                  <a:cubicBezTo>
                    <a:pt x="1461" y="90"/>
                    <a:pt x="1218" y="0"/>
                    <a:pt x="979"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7"/>
            <p:cNvSpPr/>
            <p:nvPr/>
          </p:nvSpPr>
          <p:spPr>
            <a:xfrm>
              <a:off x="2568775" y="1418400"/>
              <a:ext cx="36100" cy="30950"/>
            </a:xfrm>
            <a:custGeom>
              <a:avLst/>
              <a:gdLst/>
              <a:ahLst/>
              <a:cxnLst/>
              <a:rect l="l" t="t" r="r" b="b"/>
              <a:pathLst>
                <a:path w="1444" h="1238" extrusionOk="0">
                  <a:moveTo>
                    <a:pt x="613" y="0"/>
                  </a:moveTo>
                  <a:cubicBezTo>
                    <a:pt x="299" y="0"/>
                    <a:pt x="1" y="243"/>
                    <a:pt x="1" y="614"/>
                  </a:cubicBezTo>
                  <a:cubicBezTo>
                    <a:pt x="1" y="952"/>
                    <a:pt x="268" y="1220"/>
                    <a:pt x="607" y="1238"/>
                  </a:cubicBezTo>
                  <a:cubicBezTo>
                    <a:pt x="1159" y="1238"/>
                    <a:pt x="1444" y="578"/>
                    <a:pt x="1052" y="186"/>
                  </a:cubicBezTo>
                  <a:cubicBezTo>
                    <a:pt x="923" y="58"/>
                    <a:pt x="766" y="0"/>
                    <a:pt x="613"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7"/>
            <p:cNvSpPr/>
            <p:nvPr/>
          </p:nvSpPr>
          <p:spPr>
            <a:xfrm>
              <a:off x="2559875" y="1409425"/>
              <a:ext cx="56900" cy="48400"/>
            </a:xfrm>
            <a:custGeom>
              <a:avLst/>
              <a:gdLst/>
              <a:ahLst/>
              <a:cxnLst/>
              <a:rect l="l" t="t" r="r" b="b"/>
              <a:pathLst>
                <a:path w="2276" h="1936" extrusionOk="0">
                  <a:moveTo>
                    <a:pt x="984" y="100"/>
                  </a:moveTo>
                  <a:cubicBezTo>
                    <a:pt x="1772" y="100"/>
                    <a:pt x="2169" y="1049"/>
                    <a:pt x="1604" y="1614"/>
                  </a:cubicBezTo>
                  <a:cubicBezTo>
                    <a:pt x="1426" y="1798"/>
                    <a:pt x="1204" y="1880"/>
                    <a:pt x="985" y="1880"/>
                  </a:cubicBezTo>
                  <a:cubicBezTo>
                    <a:pt x="524" y="1880"/>
                    <a:pt x="78" y="1517"/>
                    <a:pt x="90" y="973"/>
                  </a:cubicBezTo>
                  <a:cubicBezTo>
                    <a:pt x="90" y="492"/>
                    <a:pt x="482" y="100"/>
                    <a:pt x="963" y="100"/>
                  </a:cubicBezTo>
                  <a:cubicBezTo>
                    <a:pt x="970" y="100"/>
                    <a:pt x="977" y="100"/>
                    <a:pt x="984" y="100"/>
                  </a:cubicBezTo>
                  <a:close/>
                  <a:moveTo>
                    <a:pt x="971" y="0"/>
                  </a:moveTo>
                  <a:cubicBezTo>
                    <a:pt x="476" y="0"/>
                    <a:pt x="1" y="386"/>
                    <a:pt x="1" y="973"/>
                  </a:cubicBezTo>
                  <a:cubicBezTo>
                    <a:pt x="1" y="1507"/>
                    <a:pt x="428" y="1935"/>
                    <a:pt x="963" y="1935"/>
                  </a:cubicBezTo>
                  <a:cubicBezTo>
                    <a:pt x="970" y="1935"/>
                    <a:pt x="977" y="1935"/>
                    <a:pt x="984" y="1935"/>
                  </a:cubicBezTo>
                  <a:cubicBezTo>
                    <a:pt x="1843" y="1935"/>
                    <a:pt x="2276" y="897"/>
                    <a:pt x="1657" y="296"/>
                  </a:cubicBezTo>
                  <a:cubicBezTo>
                    <a:pt x="1459" y="92"/>
                    <a:pt x="1213" y="0"/>
                    <a:pt x="971"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7"/>
            <p:cNvSpPr/>
            <p:nvPr/>
          </p:nvSpPr>
          <p:spPr>
            <a:xfrm>
              <a:off x="2568775" y="1588075"/>
              <a:ext cx="36100" cy="30950"/>
            </a:xfrm>
            <a:custGeom>
              <a:avLst/>
              <a:gdLst/>
              <a:ahLst/>
              <a:cxnLst/>
              <a:rect l="l" t="t" r="r" b="b"/>
              <a:pathLst>
                <a:path w="1444" h="1238" extrusionOk="0">
                  <a:moveTo>
                    <a:pt x="613" y="1"/>
                  </a:moveTo>
                  <a:cubicBezTo>
                    <a:pt x="299" y="1"/>
                    <a:pt x="1" y="243"/>
                    <a:pt x="1" y="614"/>
                  </a:cubicBezTo>
                  <a:cubicBezTo>
                    <a:pt x="1" y="953"/>
                    <a:pt x="268" y="1220"/>
                    <a:pt x="607" y="1238"/>
                  </a:cubicBezTo>
                  <a:cubicBezTo>
                    <a:pt x="1159" y="1238"/>
                    <a:pt x="1444" y="579"/>
                    <a:pt x="1052" y="187"/>
                  </a:cubicBezTo>
                  <a:cubicBezTo>
                    <a:pt x="923" y="58"/>
                    <a:pt x="766" y="1"/>
                    <a:pt x="613"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7"/>
            <p:cNvSpPr/>
            <p:nvPr/>
          </p:nvSpPr>
          <p:spPr>
            <a:xfrm>
              <a:off x="2559875" y="1579100"/>
              <a:ext cx="57025" cy="48850"/>
            </a:xfrm>
            <a:custGeom>
              <a:avLst/>
              <a:gdLst/>
              <a:ahLst/>
              <a:cxnLst/>
              <a:rect l="l" t="t" r="r" b="b"/>
              <a:pathLst>
                <a:path w="2281" h="1954" extrusionOk="0">
                  <a:moveTo>
                    <a:pt x="984" y="100"/>
                  </a:moveTo>
                  <a:cubicBezTo>
                    <a:pt x="1772" y="100"/>
                    <a:pt x="2169" y="1050"/>
                    <a:pt x="1622" y="1615"/>
                  </a:cubicBezTo>
                  <a:cubicBezTo>
                    <a:pt x="1438" y="1793"/>
                    <a:pt x="1213" y="1873"/>
                    <a:pt x="992" y="1873"/>
                  </a:cubicBezTo>
                  <a:cubicBezTo>
                    <a:pt x="531" y="1873"/>
                    <a:pt x="90" y="1522"/>
                    <a:pt x="90" y="991"/>
                  </a:cubicBezTo>
                  <a:cubicBezTo>
                    <a:pt x="90" y="492"/>
                    <a:pt x="482" y="100"/>
                    <a:pt x="963" y="100"/>
                  </a:cubicBezTo>
                  <a:cubicBezTo>
                    <a:pt x="970" y="100"/>
                    <a:pt x="977" y="100"/>
                    <a:pt x="984" y="100"/>
                  </a:cubicBezTo>
                  <a:close/>
                  <a:moveTo>
                    <a:pt x="971" y="1"/>
                  </a:moveTo>
                  <a:cubicBezTo>
                    <a:pt x="476" y="1"/>
                    <a:pt x="1" y="386"/>
                    <a:pt x="1" y="973"/>
                  </a:cubicBezTo>
                  <a:cubicBezTo>
                    <a:pt x="1" y="1508"/>
                    <a:pt x="428" y="1935"/>
                    <a:pt x="963" y="1953"/>
                  </a:cubicBezTo>
                  <a:cubicBezTo>
                    <a:pt x="1835" y="1953"/>
                    <a:pt x="2281" y="902"/>
                    <a:pt x="1657" y="296"/>
                  </a:cubicBezTo>
                  <a:cubicBezTo>
                    <a:pt x="1459" y="92"/>
                    <a:pt x="1213" y="1"/>
                    <a:pt x="971"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7"/>
            <p:cNvSpPr/>
            <p:nvPr/>
          </p:nvSpPr>
          <p:spPr>
            <a:xfrm>
              <a:off x="2563450" y="1679125"/>
              <a:ext cx="35650" cy="30950"/>
            </a:xfrm>
            <a:custGeom>
              <a:avLst/>
              <a:gdLst/>
              <a:ahLst/>
              <a:cxnLst/>
              <a:rect l="l" t="t" r="r" b="b"/>
              <a:pathLst>
                <a:path w="1426" h="1238" extrusionOk="0">
                  <a:moveTo>
                    <a:pt x="820" y="1"/>
                  </a:moveTo>
                  <a:cubicBezTo>
                    <a:pt x="267" y="1"/>
                    <a:pt x="0" y="660"/>
                    <a:pt x="374" y="1052"/>
                  </a:cubicBezTo>
                  <a:cubicBezTo>
                    <a:pt x="503" y="1180"/>
                    <a:pt x="660" y="1238"/>
                    <a:pt x="813" y="1238"/>
                  </a:cubicBezTo>
                  <a:cubicBezTo>
                    <a:pt x="1127" y="1238"/>
                    <a:pt x="1425" y="995"/>
                    <a:pt x="1425" y="624"/>
                  </a:cubicBezTo>
                  <a:cubicBezTo>
                    <a:pt x="1425" y="286"/>
                    <a:pt x="1158" y="1"/>
                    <a:pt x="820"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7"/>
            <p:cNvSpPr/>
            <p:nvPr/>
          </p:nvSpPr>
          <p:spPr>
            <a:xfrm>
              <a:off x="2551425" y="1670225"/>
              <a:ext cx="56575" cy="48750"/>
            </a:xfrm>
            <a:custGeom>
              <a:avLst/>
              <a:gdLst/>
              <a:ahLst/>
              <a:cxnLst/>
              <a:rect l="l" t="t" r="r" b="b"/>
              <a:pathLst>
                <a:path w="2263" h="1950" extrusionOk="0">
                  <a:moveTo>
                    <a:pt x="1278" y="73"/>
                  </a:moveTo>
                  <a:cubicBezTo>
                    <a:pt x="1739" y="73"/>
                    <a:pt x="2186" y="437"/>
                    <a:pt x="2173" y="980"/>
                  </a:cubicBezTo>
                  <a:cubicBezTo>
                    <a:pt x="2173" y="1461"/>
                    <a:pt x="1782" y="1853"/>
                    <a:pt x="1301" y="1853"/>
                  </a:cubicBezTo>
                  <a:cubicBezTo>
                    <a:pt x="1293" y="1853"/>
                    <a:pt x="1286" y="1853"/>
                    <a:pt x="1279" y="1853"/>
                  </a:cubicBezTo>
                  <a:cubicBezTo>
                    <a:pt x="491" y="1853"/>
                    <a:pt x="94" y="904"/>
                    <a:pt x="659" y="339"/>
                  </a:cubicBezTo>
                  <a:cubicBezTo>
                    <a:pt x="837" y="155"/>
                    <a:pt x="1059" y="73"/>
                    <a:pt x="1278" y="73"/>
                  </a:cubicBezTo>
                  <a:close/>
                  <a:moveTo>
                    <a:pt x="1301" y="0"/>
                  </a:moveTo>
                  <a:cubicBezTo>
                    <a:pt x="428" y="0"/>
                    <a:pt x="0" y="1051"/>
                    <a:pt x="606" y="1657"/>
                  </a:cubicBezTo>
                  <a:cubicBezTo>
                    <a:pt x="802" y="1859"/>
                    <a:pt x="1045" y="1949"/>
                    <a:pt x="1284" y="1949"/>
                  </a:cubicBezTo>
                  <a:cubicBezTo>
                    <a:pt x="1782" y="1949"/>
                    <a:pt x="2263" y="1558"/>
                    <a:pt x="2263" y="980"/>
                  </a:cubicBezTo>
                  <a:cubicBezTo>
                    <a:pt x="2263" y="446"/>
                    <a:pt x="1835" y="0"/>
                    <a:pt x="1301"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7"/>
            <p:cNvSpPr/>
            <p:nvPr/>
          </p:nvSpPr>
          <p:spPr>
            <a:xfrm>
              <a:off x="2563450" y="1767750"/>
              <a:ext cx="35650" cy="30850"/>
            </a:xfrm>
            <a:custGeom>
              <a:avLst/>
              <a:gdLst/>
              <a:ahLst/>
              <a:cxnLst/>
              <a:rect l="l" t="t" r="r" b="b"/>
              <a:pathLst>
                <a:path w="1426" h="1234" extrusionOk="0">
                  <a:moveTo>
                    <a:pt x="820" y="1"/>
                  </a:moveTo>
                  <a:cubicBezTo>
                    <a:pt x="267" y="1"/>
                    <a:pt x="0" y="660"/>
                    <a:pt x="374" y="1052"/>
                  </a:cubicBezTo>
                  <a:cubicBezTo>
                    <a:pt x="500" y="1177"/>
                    <a:pt x="653" y="1234"/>
                    <a:pt x="803" y="1234"/>
                  </a:cubicBezTo>
                  <a:cubicBezTo>
                    <a:pt x="1121" y="1234"/>
                    <a:pt x="1425" y="982"/>
                    <a:pt x="1425" y="606"/>
                  </a:cubicBezTo>
                  <a:cubicBezTo>
                    <a:pt x="1425" y="268"/>
                    <a:pt x="1158" y="1"/>
                    <a:pt x="820"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7"/>
            <p:cNvSpPr/>
            <p:nvPr/>
          </p:nvSpPr>
          <p:spPr>
            <a:xfrm>
              <a:off x="2551425" y="1758850"/>
              <a:ext cx="56575" cy="48525"/>
            </a:xfrm>
            <a:custGeom>
              <a:avLst/>
              <a:gdLst/>
              <a:ahLst/>
              <a:cxnLst/>
              <a:rect l="l" t="t" r="r" b="b"/>
              <a:pathLst>
                <a:path w="2263" h="1941" extrusionOk="0">
                  <a:moveTo>
                    <a:pt x="1284" y="69"/>
                  </a:moveTo>
                  <a:cubicBezTo>
                    <a:pt x="1738" y="69"/>
                    <a:pt x="2173" y="423"/>
                    <a:pt x="2173" y="962"/>
                  </a:cubicBezTo>
                  <a:cubicBezTo>
                    <a:pt x="2191" y="1461"/>
                    <a:pt x="1799" y="1853"/>
                    <a:pt x="1301" y="1871"/>
                  </a:cubicBezTo>
                  <a:lnTo>
                    <a:pt x="1301" y="1853"/>
                  </a:lnTo>
                  <a:cubicBezTo>
                    <a:pt x="1293" y="1853"/>
                    <a:pt x="1286" y="1853"/>
                    <a:pt x="1279" y="1853"/>
                  </a:cubicBezTo>
                  <a:cubicBezTo>
                    <a:pt x="491" y="1853"/>
                    <a:pt x="94" y="904"/>
                    <a:pt x="659" y="339"/>
                  </a:cubicBezTo>
                  <a:cubicBezTo>
                    <a:pt x="840" y="153"/>
                    <a:pt x="1064" y="69"/>
                    <a:pt x="1284" y="69"/>
                  </a:cubicBezTo>
                  <a:close/>
                  <a:moveTo>
                    <a:pt x="1301" y="0"/>
                  </a:moveTo>
                  <a:cubicBezTo>
                    <a:pt x="428" y="0"/>
                    <a:pt x="0" y="1034"/>
                    <a:pt x="606" y="1657"/>
                  </a:cubicBezTo>
                  <a:cubicBezTo>
                    <a:pt x="801" y="1853"/>
                    <a:pt x="1043" y="1941"/>
                    <a:pt x="1281" y="1941"/>
                  </a:cubicBezTo>
                  <a:cubicBezTo>
                    <a:pt x="1780" y="1941"/>
                    <a:pt x="2263" y="1554"/>
                    <a:pt x="2263" y="962"/>
                  </a:cubicBezTo>
                  <a:cubicBezTo>
                    <a:pt x="2263" y="428"/>
                    <a:pt x="1835" y="0"/>
                    <a:pt x="1301"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 name="Google Shape;411;p37"/>
          <p:cNvGrpSpPr/>
          <p:nvPr/>
        </p:nvGrpSpPr>
        <p:grpSpPr>
          <a:xfrm>
            <a:off x="714300" y="922363"/>
            <a:ext cx="472550" cy="202200"/>
            <a:chOff x="1441900" y="2926313"/>
            <a:chExt cx="472550" cy="202200"/>
          </a:xfrm>
        </p:grpSpPr>
        <p:sp>
          <p:nvSpPr>
            <p:cNvPr id="412" name="Google Shape;412;p37"/>
            <p:cNvSpPr/>
            <p:nvPr/>
          </p:nvSpPr>
          <p:spPr>
            <a:xfrm>
              <a:off x="1441900" y="2926313"/>
              <a:ext cx="285500" cy="202200"/>
            </a:xfrm>
            <a:custGeom>
              <a:avLst/>
              <a:gdLst/>
              <a:ahLst/>
              <a:cxnLst/>
              <a:rect l="l" t="t" r="r" b="b"/>
              <a:pathLst>
                <a:path w="11420" h="8088" fill="none" extrusionOk="0">
                  <a:moveTo>
                    <a:pt x="11420" y="0"/>
                  </a:moveTo>
                  <a:cubicBezTo>
                    <a:pt x="9140" y="0"/>
                    <a:pt x="7180" y="1639"/>
                    <a:pt x="6753" y="3884"/>
                  </a:cubicBezTo>
                  <a:cubicBezTo>
                    <a:pt x="5025" y="3403"/>
                    <a:pt x="3243" y="4436"/>
                    <a:pt x="2780" y="6164"/>
                  </a:cubicBezTo>
                  <a:cubicBezTo>
                    <a:pt x="1462" y="5594"/>
                    <a:pt x="1" y="6645"/>
                    <a:pt x="126" y="8088"/>
                  </a:cubicBezTo>
                  <a:lnTo>
                    <a:pt x="2994" y="8088"/>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7"/>
            <p:cNvSpPr/>
            <p:nvPr/>
          </p:nvSpPr>
          <p:spPr>
            <a:xfrm>
              <a:off x="1752325" y="2926313"/>
              <a:ext cx="35650" cy="13375"/>
            </a:xfrm>
            <a:custGeom>
              <a:avLst/>
              <a:gdLst/>
              <a:ahLst/>
              <a:cxnLst/>
              <a:rect l="l" t="t" r="r" b="b"/>
              <a:pathLst>
                <a:path w="1426" h="535" fill="none" extrusionOk="0">
                  <a:moveTo>
                    <a:pt x="0" y="0"/>
                  </a:moveTo>
                  <a:cubicBezTo>
                    <a:pt x="0" y="0"/>
                    <a:pt x="998" y="107"/>
                    <a:pt x="1426"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7"/>
            <p:cNvSpPr/>
            <p:nvPr/>
          </p:nvSpPr>
          <p:spPr>
            <a:xfrm>
              <a:off x="1540325" y="3127613"/>
              <a:ext cx="248100" cy="25"/>
            </a:xfrm>
            <a:custGeom>
              <a:avLst/>
              <a:gdLst/>
              <a:ahLst/>
              <a:cxnLst/>
              <a:rect l="l" t="t" r="r" b="b"/>
              <a:pathLst>
                <a:path w="9924" h="1" fill="none" extrusionOk="0">
                  <a:moveTo>
                    <a:pt x="1" y="0"/>
                  </a:moveTo>
                  <a:lnTo>
                    <a:pt x="9923" y="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7"/>
            <p:cNvSpPr/>
            <p:nvPr/>
          </p:nvSpPr>
          <p:spPr>
            <a:xfrm>
              <a:off x="1540325" y="3040313"/>
              <a:ext cx="39675" cy="20950"/>
            </a:xfrm>
            <a:custGeom>
              <a:avLst/>
              <a:gdLst/>
              <a:ahLst/>
              <a:cxnLst/>
              <a:rect l="l" t="t" r="r" b="b"/>
              <a:pathLst>
                <a:path w="1587" h="838" fill="none" extrusionOk="0">
                  <a:moveTo>
                    <a:pt x="1586" y="1"/>
                  </a:moveTo>
                  <a:cubicBezTo>
                    <a:pt x="1586" y="1"/>
                    <a:pt x="428" y="108"/>
                    <a:pt x="1"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7"/>
            <p:cNvSpPr/>
            <p:nvPr/>
          </p:nvSpPr>
          <p:spPr>
            <a:xfrm>
              <a:off x="1829375" y="3002013"/>
              <a:ext cx="85075" cy="27200"/>
            </a:xfrm>
            <a:custGeom>
              <a:avLst/>
              <a:gdLst/>
              <a:ahLst/>
              <a:cxnLst/>
              <a:rect l="l" t="t" r="r" b="b"/>
              <a:pathLst>
                <a:path w="3403" h="1088" fill="none" extrusionOk="0">
                  <a:moveTo>
                    <a:pt x="0" y="357"/>
                  </a:moveTo>
                  <a:cubicBezTo>
                    <a:pt x="0" y="357"/>
                    <a:pt x="2102" y="1"/>
                    <a:pt x="3403"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5" name="Google Shape;435;p37"/>
          <p:cNvGrpSpPr/>
          <p:nvPr/>
        </p:nvGrpSpPr>
        <p:grpSpPr>
          <a:xfrm>
            <a:off x="7701156" y="1589321"/>
            <a:ext cx="612965" cy="612965"/>
            <a:chOff x="5208200" y="980975"/>
            <a:chExt cx="440475" cy="440475"/>
          </a:xfrm>
        </p:grpSpPr>
        <p:sp>
          <p:nvSpPr>
            <p:cNvPr id="436" name="Google Shape;436;p37"/>
            <p:cNvSpPr/>
            <p:nvPr/>
          </p:nvSpPr>
          <p:spPr>
            <a:xfrm>
              <a:off x="5208200" y="980975"/>
              <a:ext cx="197300" cy="199975"/>
            </a:xfrm>
            <a:custGeom>
              <a:avLst/>
              <a:gdLst/>
              <a:ahLst/>
              <a:cxnLst/>
              <a:rect l="l" t="t" r="r" b="b"/>
              <a:pathLst>
                <a:path w="7892" h="7999" extrusionOk="0">
                  <a:moveTo>
                    <a:pt x="7892" y="0"/>
                  </a:moveTo>
                  <a:cubicBezTo>
                    <a:pt x="3510" y="72"/>
                    <a:pt x="0" y="3617"/>
                    <a:pt x="0" y="7999"/>
                  </a:cubicBezTo>
                  <a:lnTo>
                    <a:pt x="7892" y="7999"/>
                  </a:ln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7"/>
            <p:cNvSpPr/>
            <p:nvPr/>
          </p:nvSpPr>
          <p:spPr>
            <a:xfrm>
              <a:off x="5233125" y="1005900"/>
              <a:ext cx="415550" cy="415550"/>
            </a:xfrm>
            <a:custGeom>
              <a:avLst/>
              <a:gdLst/>
              <a:ahLst/>
              <a:cxnLst/>
              <a:rect l="l" t="t" r="r" b="b"/>
              <a:pathLst>
                <a:path w="16622" h="16622" extrusionOk="0">
                  <a:moveTo>
                    <a:pt x="7999" y="1"/>
                  </a:moveTo>
                  <a:lnTo>
                    <a:pt x="7892" y="1"/>
                  </a:lnTo>
                  <a:lnTo>
                    <a:pt x="7892" y="8000"/>
                  </a:lnTo>
                  <a:lnTo>
                    <a:pt x="1" y="8000"/>
                  </a:lnTo>
                  <a:cubicBezTo>
                    <a:pt x="1" y="11242"/>
                    <a:pt x="1960" y="14145"/>
                    <a:pt x="4935" y="15392"/>
                  </a:cubicBezTo>
                  <a:cubicBezTo>
                    <a:pt x="7928" y="16622"/>
                    <a:pt x="11366" y="15945"/>
                    <a:pt x="13664" y="13647"/>
                  </a:cubicBezTo>
                  <a:cubicBezTo>
                    <a:pt x="15945" y="11366"/>
                    <a:pt x="16621" y="7928"/>
                    <a:pt x="15392" y="4935"/>
                  </a:cubicBezTo>
                  <a:cubicBezTo>
                    <a:pt x="14145" y="1943"/>
                    <a:pt x="11242" y="1"/>
                    <a:pt x="7999" y="1"/>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8" name="Google Shape;438;p37"/>
          <p:cNvSpPr/>
          <p:nvPr/>
        </p:nvSpPr>
        <p:spPr>
          <a:xfrm>
            <a:off x="830238" y="3140280"/>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7"/>
          <p:cNvSpPr/>
          <p:nvPr/>
        </p:nvSpPr>
        <p:spPr>
          <a:xfrm>
            <a:off x="1287513" y="2770463"/>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7"/>
          <p:cNvSpPr/>
          <p:nvPr/>
        </p:nvSpPr>
        <p:spPr>
          <a:xfrm>
            <a:off x="2039913" y="742619"/>
            <a:ext cx="107827" cy="107819"/>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7"/>
          <p:cNvSpPr/>
          <p:nvPr/>
        </p:nvSpPr>
        <p:spPr>
          <a:xfrm rot="-1685758">
            <a:off x="724953" y="2780947"/>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2" name="Google Shape;442;p37"/>
          <p:cNvGrpSpPr/>
          <p:nvPr/>
        </p:nvGrpSpPr>
        <p:grpSpPr>
          <a:xfrm>
            <a:off x="6522182" y="1124566"/>
            <a:ext cx="953591" cy="334099"/>
            <a:chOff x="2271950" y="2722775"/>
            <a:chExt cx="575875" cy="201775"/>
          </a:xfrm>
        </p:grpSpPr>
        <p:sp>
          <p:nvSpPr>
            <p:cNvPr id="443" name="Google Shape;443;p37"/>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7"/>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7"/>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7"/>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7"/>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8" name="Google Shape;448;p37"/>
          <p:cNvGrpSpPr/>
          <p:nvPr/>
        </p:nvGrpSpPr>
        <p:grpSpPr>
          <a:xfrm>
            <a:off x="7618297" y="3712639"/>
            <a:ext cx="695830" cy="243805"/>
            <a:chOff x="2271950" y="2722775"/>
            <a:chExt cx="575875" cy="201775"/>
          </a:xfrm>
        </p:grpSpPr>
        <p:sp>
          <p:nvSpPr>
            <p:cNvPr id="449" name="Google Shape;449;p37"/>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7"/>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7"/>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7"/>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7"/>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4" name="Google Shape;454;p37"/>
          <p:cNvSpPr/>
          <p:nvPr/>
        </p:nvSpPr>
        <p:spPr>
          <a:xfrm>
            <a:off x="2039926" y="3901465"/>
            <a:ext cx="416654" cy="491569"/>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7"/>
          <p:cNvSpPr/>
          <p:nvPr/>
        </p:nvSpPr>
        <p:spPr>
          <a:xfrm>
            <a:off x="2810726" y="803338"/>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7"/>
          <p:cNvSpPr/>
          <p:nvPr/>
        </p:nvSpPr>
        <p:spPr>
          <a:xfrm>
            <a:off x="6012013" y="4174200"/>
            <a:ext cx="107827" cy="108491"/>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7"/>
          <p:cNvSpPr/>
          <p:nvPr/>
        </p:nvSpPr>
        <p:spPr>
          <a:xfrm rot="7201932">
            <a:off x="1637012" y="3349078"/>
            <a:ext cx="371928" cy="370031"/>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7"/>
          <p:cNvSpPr/>
          <p:nvPr/>
        </p:nvSpPr>
        <p:spPr>
          <a:xfrm>
            <a:off x="7140551" y="3427410"/>
            <a:ext cx="213431" cy="213401"/>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7"/>
          <p:cNvSpPr/>
          <p:nvPr/>
        </p:nvSpPr>
        <p:spPr>
          <a:xfrm rot="7198898">
            <a:off x="7188899" y="2119119"/>
            <a:ext cx="700377" cy="696805"/>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7"/>
          <p:cNvSpPr/>
          <p:nvPr/>
        </p:nvSpPr>
        <p:spPr>
          <a:xfrm rot="7201932">
            <a:off x="7821662" y="2772440"/>
            <a:ext cx="371928" cy="370031"/>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7"/>
          <p:cNvSpPr/>
          <p:nvPr/>
        </p:nvSpPr>
        <p:spPr>
          <a:xfrm rot="7198898">
            <a:off x="838849" y="3636219"/>
            <a:ext cx="700377" cy="696805"/>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7"/>
          <p:cNvSpPr/>
          <p:nvPr/>
        </p:nvSpPr>
        <p:spPr>
          <a:xfrm rot="-1685758">
            <a:off x="7151203" y="1865722"/>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7"/>
          <p:cNvSpPr/>
          <p:nvPr/>
        </p:nvSpPr>
        <p:spPr>
          <a:xfrm>
            <a:off x="6647613" y="856425"/>
            <a:ext cx="107827" cy="108491"/>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4" name="Google Shape;464;p37"/>
          <p:cNvGrpSpPr/>
          <p:nvPr/>
        </p:nvGrpSpPr>
        <p:grpSpPr>
          <a:xfrm rot="5400000">
            <a:off x="7461288" y="4014463"/>
            <a:ext cx="65475" cy="397950"/>
            <a:chOff x="2551425" y="1409425"/>
            <a:chExt cx="65475" cy="397950"/>
          </a:xfrm>
        </p:grpSpPr>
        <p:sp>
          <p:nvSpPr>
            <p:cNvPr id="465" name="Google Shape;465;p37"/>
            <p:cNvSpPr/>
            <p:nvPr/>
          </p:nvSpPr>
          <p:spPr>
            <a:xfrm>
              <a:off x="2568775" y="1499550"/>
              <a:ext cx="36100" cy="30850"/>
            </a:xfrm>
            <a:custGeom>
              <a:avLst/>
              <a:gdLst/>
              <a:ahLst/>
              <a:cxnLst/>
              <a:rect l="l" t="t" r="r" b="b"/>
              <a:pathLst>
                <a:path w="1444" h="1234" extrusionOk="0">
                  <a:moveTo>
                    <a:pt x="621" y="0"/>
                  </a:moveTo>
                  <a:cubicBezTo>
                    <a:pt x="304" y="0"/>
                    <a:pt x="1" y="248"/>
                    <a:pt x="1" y="610"/>
                  </a:cubicBezTo>
                  <a:cubicBezTo>
                    <a:pt x="1" y="949"/>
                    <a:pt x="268" y="1234"/>
                    <a:pt x="607" y="1234"/>
                  </a:cubicBezTo>
                  <a:cubicBezTo>
                    <a:pt x="1159" y="1234"/>
                    <a:pt x="1444" y="575"/>
                    <a:pt x="1052" y="183"/>
                  </a:cubicBezTo>
                  <a:cubicBezTo>
                    <a:pt x="926" y="56"/>
                    <a:pt x="772" y="0"/>
                    <a:pt x="621"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7"/>
            <p:cNvSpPr/>
            <p:nvPr/>
          </p:nvSpPr>
          <p:spPr>
            <a:xfrm>
              <a:off x="2559875" y="1490575"/>
              <a:ext cx="57025" cy="48750"/>
            </a:xfrm>
            <a:custGeom>
              <a:avLst/>
              <a:gdLst/>
              <a:ahLst/>
              <a:cxnLst/>
              <a:rect l="l" t="t" r="r" b="b"/>
              <a:pathLst>
                <a:path w="2281" h="1950" extrusionOk="0">
                  <a:moveTo>
                    <a:pt x="984" y="96"/>
                  </a:moveTo>
                  <a:cubicBezTo>
                    <a:pt x="1772" y="96"/>
                    <a:pt x="2169" y="1046"/>
                    <a:pt x="1622" y="1611"/>
                  </a:cubicBezTo>
                  <a:cubicBezTo>
                    <a:pt x="1435" y="1797"/>
                    <a:pt x="1207" y="1880"/>
                    <a:pt x="984" y="1880"/>
                  </a:cubicBezTo>
                  <a:cubicBezTo>
                    <a:pt x="525" y="1880"/>
                    <a:pt x="90" y="1527"/>
                    <a:pt x="90" y="987"/>
                  </a:cubicBezTo>
                  <a:cubicBezTo>
                    <a:pt x="90" y="488"/>
                    <a:pt x="482" y="96"/>
                    <a:pt x="963" y="96"/>
                  </a:cubicBezTo>
                  <a:cubicBezTo>
                    <a:pt x="970" y="96"/>
                    <a:pt x="977" y="96"/>
                    <a:pt x="984" y="96"/>
                  </a:cubicBezTo>
                  <a:close/>
                  <a:moveTo>
                    <a:pt x="979" y="0"/>
                  </a:moveTo>
                  <a:cubicBezTo>
                    <a:pt x="481" y="0"/>
                    <a:pt x="1" y="391"/>
                    <a:pt x="1" y="969"/>
                  </a:cubicBezTo>
                  <a:cubicBezTo>
                    <a:pt x="1" y="1504"/>
                    <a:pt x="428" y="1949"/>
                    <a:pt x="963" y="1949"/>
                  </a:cubicBezTo>
                  <a:cubicBezTo>
                    <a:pt x="1835" y="1949"/>
                    <a:pt x="2281" y="898"/>
                    <a:pt x="1657" y="292"/>
                  </a:cubicBezTo>
                  <a:cubicBezTo>
                    <a:pt x="1461" y="90"/>
                    <a:pt x="1218" y="0"/>
                    <a:pt x="979"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7"/>
            <p:cNvSpPr/>
            <p:nvPr/>
          </p:nvSpPr>
          <p:spPr>
            <a:xfrm>
              <a:off x="2568775" y="1418400"/>
              <a:ext cx="36100" cy="30950"/>
            </a:xfrm>
            <a:custGeom>
              <a:avLst/>
              <a:gdLst/>
              <a:ahLst/>
              <a:cxnLst/>
              <a:rect l="l" t="t" r="r" b="b"/>
              <a:pathLst>
                <a:path w="1444" h="1238" extrusionOk="0">
                  <a:moveTo>
                    <a:pt x="613" y="0"/>
                  </a:moveTo>
                  <a:cubicBezTo>
                    <a:pt x="299" y="0"/>
                    <a:pt x="1" y="243"/>
                    <a:pt x="1" y="614"/>
                  </a:cubicBezTo>
                  <a:cubicBezTo>
                    <a:pt x="1" y="952"/>
                    <a:pt x="268" y="1220"/>
                    <a:pt x="607" y="1238"/>
                  </a:cubicBezTo>
                  <a:cubicBezTo>
                    <a:pt x="1159" y="1238"/>
                    <a:pt x="1444" y="578"/>
                    <a:pt x="1052" y="186"/>
                  </a:cubicBezTo>
                  <a:cubicBezTo>
                    <a:pt x="923" y="58"/>
                    <a:pt x="766" y="0"/>
                    <a:pt x="613"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7"/>
            <p:cNvSpPr/>
            <p:nvPr/>
          </p:nvSpPr>
          <p:spPr>
            <a:xfrm>
              <a:off x="2559875" y="1409425"/>
              <a:ext cx="56900" cy="48400"/>
            </a:xfrm>
            <a:custGeom>
              <a:avLst/>
              <a:gdLst/>
              <a:ahLst/>
              <a:cxnLst/>
              <a:rect l="l" t="t" r="r" b="b"/>
              <a:pathLst>
                <a:path w="2276" h="1936" extrusionOk="0">
                  <a:moveTo>
                    <a:pt x="984" y="100"/>
                  </a:moveTo>
                  <a:cubicBezTo>
                    <a:pt x="1772" y="100"/>
                    <a:pt x="2169" y="1049"/>
                    <a:pt x="1604" y="1614"/>
                  </a:cubicBezTo>
                  <a:cubicBezTo>
                    <a:pt x="1426" y="1798"/>
                    <a:pt x="1204" y="1880"/>
                    <a:pt x="985" y="1880"/>
                  </a:cubicBezTo>
                  <a:cubicBezTo>
                    <a:pt x="524" y="1880"/>
                    <a:pt x="78" y="1517"/>
                    <a:pt x="90" y="973"/>
                  </a:cubicBezTo>
                  <a:cubicBezTo>
                    <a:pt x="90" y="492"/>
                    <a:pt x="482" y="100"/>
                    <a:pt x="963" y="100"/>
                  </a:cubicBezTo>
                  <a:cubicBezTo>
                    <a:pt x="970" y="100"/>
                    <a:pt x="977" y="100"/>
                    <a:pt x="984" y="100"/>
                  </a:cubicBezTo>
                  <a:close/>
                  <a:moveTo>
                    <a:pt x="971" y="0"/>
                  </a:moveTo>
                  <a:cubicBezTo>
                    <a:pt x="476" y="0"/>
                    <a:pt x="1" y="386"/>
                    <a:pt x="1" y="973"/>
                  </a:cubicBezTo>
                  <a:cubicBezTo>
                    <a:pt x="1" y="1507"/>
                    <a:pt x="428" y="1935"/>
                    <a:pt x="963" y="1935"/>
                  </a:cubicBezTo>
                  <a:cubicBezTo>
                    <a:pt x="970" y="1935"/>
                    <a:pt x="977" y="1935"/>
                    <a:pt x="984" y="1935"/>
                  </a:cubicBezTo>
                  <a:cubicBezTo>
                    <a:pt x="1843" y="1935"/>
                    <a:pt x="2276" y="897"/>
                    <a:pt x="1657" y="296"/>
                  </a:cubicBezTo>
                  <a:cubicBezTo>
                    <a:pt x="1459" y="92"/>
                    <a:pt x="1213" y="0"/>
                    <a:pt x="971"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7"/>
            <p:cNvSpPr/>
            <p:nvPr/>
          </p:nvSpPr>
          <p:spPr>
            <a:xfrm>
              <a:off x="2568775" y="1588075"/>
              <a:ext cx="36100" cy="30950"/>
            </a:xfrm>
            <a:custGeom>
              <a:avLst/>
              <a:gdLst/>
              <a:ahLst/>
              <a:cxnLst/>
              <a:rect l="l" t="t" r="r" b="b"/>
              <a:pathLst>
                <a:path w="1444" h="1238" extrusionOk="0">
                  <a:moveTo>
                    <a:pt x="613" y="1"/>
                  </a:moveTo>
                  <a:cubicBezTo>
                    <a:pt x="299" y="1"/>
                    <a:pt x="1" y="243"/>
                    <a:pt x="1" y="614"/>
                  </a:cubicBezTo>
                  <a:cubicBezTo>
                    <a:pt x="1" y="953"/>
                    <a:pt x="268" y="1220"/>
                    <a:pt x="607" y="1238"/>
                  </a:cubicBezTo>
                  <a:cubicBezTo>
                    <a:pt x="1159" y="1238"/>
                    <a:pt x="1444" y="579"/>
                    <a:pt x="1052" y="187"/>
                  </a:cubicBezTo>
                  <a:cubicBezTo>
                    <a:pt x="923" y="58"/>
                    <a:pt x="766" y="1"/>
                    <a:pt x="613"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7"/>
            <p:cNvSpPr/>
            <p:nvPr/>
          </p:nvSpPr>
          <p:spPr>
            <a:xfrm>
              <a:off x="2559875" y="1579100"/>
              <a:ext cx="57025" cy="48850"/>
            </a:xfrm>
            <a:custGeom>
              <a:avLst/>
              <a:gdLst/>
              <a:ahLst/>
              <a:cxnLst/>
              <a:rect l="l" t="t" r="r" b="b"/>
              <a:pathLst>
                <a:path w="2281" h="1954" extrusionOk="0">
                  <a:moveTo>
                    <a:pt x="984" y="100"/>
                  </a:moveTo>
                  <a:cubicBezTo>
                    <a:pt x="1772" y="100"/>
                    <a:pt x="2169" y="1050"/>
                    <a:pt x="1622" y="1615"/>
                  </a:cubicBezTo>
                  <a:cubicBezTo>
                    <a:pt x="1438" y="1793"/>
                    <a:pt x="1213" y="1873"/>
                    <a:pt x="992" y="1873"/>
                  </a:cubicBezTo>
                  <a:cubicBezTo>
                    <a:pt x="531" y="1873"/>
                    <a:pt x="90" y="1522"/>
                    <a:pt x="90" y="991"/>
                  </a:cubicBezTo>
                  <a:cubicBezTo>
                    <a:pt x="90" y="492"/>
                    <a:pt x="482" y="100"/>
                    <a:pt x="963" y="100"/>
                  </a:cubicBezTo>
                  <a:cubicBezTo>
                    <a:pt x="970" y="100"/>
                    <a:pt x="977" y="100"/>
                    <a:pt x="984" y="100"/>
                  </a:cubicBezTo>
                  <a:close/>
                  <a:moveTo>
                    <a:pt x="971" y="1"/>
                  </a:moveTo>
                  <a:cubicBezTo>
                    <a:pt x="476" y="1"/>
                    <a:pt x="1" y="386"/>
                    <a:pt x="1" y="973"/>
                  </a:cubicBezTo>
                  <a:cubicBezTo>
                    <a:pt x="1" y="1508"/>
                    <a:pt x="428" y="1935"/>
                    <a:pt x="963" y="1953"/>
                  </a:cubicBezTo>
                  <a:cubicBezTo>
                    <a:pt x="1835" y="1953"/>
                    <a:pt x="2281" y="902"/>
                    <a:pt x="1657" y="296"/>
                  </a:cubicBezTo>
                  <a:cubicBezTo>
                    <a:pt x="1459" y="92"/>
                    <a:pt x="1213" y="1"/>
                    <a:pt x="971"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7"/>
            <p:cNvSpPr/>
            <p:nvPr/>
          </p:nvSpPr>
          <p:spPr>
            <a:xfrm>
              <a:off x="2563450" y="1679125"/>
              <a:ext cx="35650" cy="30950"/>
            </a:xfrm>
            <a:custGeom>
              <a:avLst/>
              <a:gdLst/>
              <a:ahLst/>
              <a:cxnLst/>
              <a:rect l="l" t="t" r="r" b="b"/>
              <a:pathLst>
                <a:path w="1426" h="1238" extrusionOk="0">
                  <a:moveTo>
                    <a:pt x="820" y="1"/>
                  </a:moveTo>
                  <a:cubicBezTo>
                    <a:pt x="267" y="1"/>
                    <a:pt x="0" y="660"/>
                    <a:pt x="374" y="1052"/>
                  </a:cubicBezTo>
                  <a:cubicBezTo>
                    <a:pt x="503" y="1180"/>
                    <a:pt x="660" y="1238"/>
                    <a:pt x="813" y="1238"/>
                  </a:cubicBezTo>
                  <a:cubicBezTo>
                    <a:pt x="1127" y="1238"/>
                    <a:pt x="1425" y="995"/>
                    <a:pt x="1425" y="624"/>
                  </a:cubicBezTo>
                  <a:cubicBezTo>
                    <a:pt x="1425" y="286"/>
                    <a:pt x="1158" y="1"/>
                    <a:pt x="820"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7"/>
            <p:cNvSpPr/>
            <p:nvPr/>
          </p:nvSpPr>
          <p:spPr>
            <a:xfrm>
              <a:off x="2551425" y="1670225"/>
              <a:ext cx="56575" cy="48750"/>
            </a:xfrm>
            <a:custGeom>
              <a:avLst/>
              <a:gdLst/>
              <a:ahLst/>
              <a:cxnLst/>
              <a:rect l="l" t="t" r="r" b="b"/>
              <a:pathLst>
                <a:path w="2263" h="1950" extrusionOk="0">
                  <a:moveTo>
                    <a:pt x="1278" y="73"/>
                  </a:moveTo>
                  <a:cubicBezTo>
                    <a:pt x="1739" y="73"/>
                    <a:pt x="2186" y="437"/>
                    <a:pt x="2173" y="980"/>
                  </a:cubicBezTo>
                  <a:cubicBezTo>
                    <a:pt x="2173" y="1461"/>
                    <a:pt x="1782" y="1853"/>
                    <a:pt x="1301" y="1853"/>
                  </a:cubicBezTo>
                  <a:cubicBezTo>
                    <a:pt x="1293" y="1853"/>
                    <a:pt x="1286" y="1853"/>
                    <a:pt x="1279" y="1853"/>
                  </a:cubicBezTo>
                  <a:cubicBezTo>
                    <a:pt x="491" y="1853"/>
                    <a:pt x="94" y="904"/>
                    <a:pt x="659" y="339"/>
                  </a:cubicBezTo>
                  <a:cubicBezTo>
                    <a:pt x="837" y="155"/>
                    <a:pt x="1059" y="73"/>
                    <a:pt x="1278" y="73"/>
                  </a:cubicBezTo>
                  <a:close/>
                  <a:moveTo>
                    <a:pt x="1301" y="0"/>
                  </a:moveTo>
                  <a:cubicBezTo>
                    <a:pt x="428" y="0"/>
                    <a:pt x="0" y="1051"/>
                    <a:pt x="606" y="1657"/>
                  </a:cubicBezTo>
                  <a:cubicBezTo>
                    <a:pt x="802" y="1859"/>
                    <a:pt x="1045" y="1949"/>
                    <a:pt x="1284" y="1949"/>
                  </a:cubicBezTo>
                  <a:cubicBezTo>
                    <a:pt x="1782" y="1949"/>
                    <a:pt x="2263" y="1558"/>
                    <a:pt x="2263" y="980"/>
                  </a:cubicBezTo>
                  <a:cubicBezTo>
                    <a:pt x="2263" y="446"/>
                    <a:pt x="1835" y="0"/>
                    <a:pt x="1301"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7"/>
            <p:cNvSpPr/>
            <p:nvPr/>
          </p:nvSpPr>
          <p:spPr>
            <a:xfrm>
              <a:off x="2563450" y="1767750"/>
              <a:ext cx="35650" cy="30850"/>
            </a:xfrm>
            <a:custGeom>
              <a:avLst/>
              <a:gdLst/>
              <a:ahLst/>
              <a:cxnLst/>
              <a:rect l="l" t="t" r="r" b="b"/>
              <a:pathLst>
                <a:path w="1426" h="1234" extrusionOk="0">
                  <a:moveTo>
                    <a:pt x="820" y="1"/>
                  </a:moveTo>
                  <a:cubicBezTo>
                    <a:pt x="267" y="1"/>
                    <a:pt x="0" y="660"/>
                    <a:pt x="374" y="1052"/>
                  </a:cubicBezTo>
                  <a:cubicBezTo>
                    <a:pt x="500" y="1177"/>
                    <a:pt x="653" y="1234"/>
                    <a:pt x="803" y="1234"/>
                  </a:cubicBezTo>
                  <a:cubicBezTo>
                    <a:pt x="1121" y="1234"/>
                    <a:pt x="1425" y="982"/>
                    <a:pt x="1425" y="606"/>
                  </a:cubicBezTo>
                  <a:cubicBezTo>
                    <a:pt x="1425" y="268"/>
                    <a:pt x="1158" y="1"/>
                    <a:pt x="820"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7"/>
            <p:cNvSpPr/>
            <p:nvPr/>
          </p:nvSpPr>
          <p:spPr>
            <a:xfrm>
              <a:off x="2551425" y="1758850"/>
              <a:ext cx="56575" cy="48525"/>
            </a:xfrm>
            <a:custGeom>
              <a:avLst/>
              <a:gdLst/>
              <a:ahLst/>
              <a:cxnLst/>
              <a:rect l="l" t="t" r="r" b="b"/>
              <a:pathLst>
                <a:path w="2263" h="1941" extrusionOk="0">
                  <a:moveTo>
                    <a:pt x="1284" y="69"/>
                  </a:moveTo>
                  <a:cubicBezTo>
                    <a:pt x="1738" y="69"/>
                    <a:pt x="2173" y="423"/>
                    <a:pt x="2173" y="962"/>
                  </a:cubicBezTo>
                  <a:cubicBezTo>
                    <a:pt x="2191" y="1461"/>
                    <a:pt x="1799" y="1853"/>
                    <a:pt x="1301" y="1871"/>
                  </a:cubicBezTo>
                  <a:lnTo>
                    <a:pt x="1301" y="1853"/>
                  </a:lnTo>
                  <a:cubicBezTo>
                    <a:pt x="1293" y="1853"/>
                    <a:pt x="1286" y="1853"/>
                    <a:pt x="1279" y="1853"/>
                  </a:cubicBezTo>
                  <a:cubicBezTo>
                    <a:pt x="491" y="1853"/>
                    <a:pt x="94" y="904"/>
                    <a:pt x="659" y="339"/>
                  </a:cubicBezTo>
                  <a:cubicBezTo>
                    <a:pt x="840" y="153"/>
                    <a:pt x="1064" y="69"/>
                    <a:pt x="1284" y="69"/>
                  </a:cubicBezTo>
                  <a:close/>
                  <a:moveTo>
                    <a:pt x="1301" y="0"/>
                  </a:moveTo>
                  <a:cubicBezTo>
                    <a:pt x="428" y="0"/>
                    <a:pt x="0" y="1034"/>
                    <a:pt x="606" y="1657"/>
                  </a:cubicBezTo>
                  <a:cubicBezTo>
                    <a:pt x="801" y="1853"/>
                    <a:pt x="1043" y="1941"/>
                    <a:pt x="1281" y="1941"/>
                  </a:cubicBezTo>
                  <a:cubicBezTo>
                    <a:pt x="1780" y="1941"/>
                    <a:pt x="2263" y="1554"/>
                    <a:pt x="2263" y="962"/>
                  </a:cubicBezTo>
                  <a:cubicBezTo>
                    <a:pt x="2263" y="428"/>
                    <a:pt x="1835" y="0"/>
                    <a:pt x="1301"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5" name="Google Shape;475;p37"/>
          <p:cNvSpPr/>
          <p:nvPr/>
        </p:nvSpPr>
        <p:spPr>
          <a:xfrm>
            <a:off x="8021301" y="742615"/>
            <a:ext cx="416654" cy="491569"/>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7"/>
          <p:cNvSpPr/>
          <p:nvPr/>
        </p:nvSpPr>
        <p:spPr>
          <a:xfrm>
            <a:off x="6661124" y="2531528"/>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7">
            <a:hlinkClick r:id="" action="ppaction://hlinkshowjump?jump=nextslide"/>
          </p:cNvPr>
          <p:cNvSpPr/>
          <p:nvPr/>
        </p:nvSpPr>
        <p:spPr>
          <a:xfrm rot="5400000">
            <a:off x="821542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7">
            <a:hlinkClick r:id="" action="ppaction://hlinkshowjump?jump=previousslide"/>
          </p:cNvPr>
          <p:cNvSpPr/>
          <p:nvPr/>
        </p:nvSpPr>
        <p:spPr>
          <a:xfrm rot="-5400000" flipH="1">
            <a:off x="73197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7">
            <a:hlinkClick r:id="rId3" action="ppaction://hlinksldjump"/>
          </p:cNvPr>
          <p:cNvSpPr txBox="1"/>
          <p:nvPr/>
        </p:nvSpPr>
        <p:spPr>
          <a:xfrm>
            <a:off x="92245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MENU</a:t>
            </a:r>
            <a:endParaRPr sz="1000">
              <a:solidFill>
                <a:schemeClr val="dk1"/>
              </a:solidFill>
              <a:latin typeface="Bebas Neue"/>
              <a:ea typeface="Bebas Neue"/>
              <a:cs typeface="Bebas Neue"/>
              <a:sym typeface="Bebas Neue"/>
            </a:endParaRPr>
          </a:p>
        </p:txBody>
      </p:sp>
      <p:sp>
        <p:nvSpPr>
          <p:cNvPr id="480" name="Google Shape;480;p37">
            <a:hlinkClick r:id="" action="ppaction://noaction"/>
          </p:cNvPr>
          <p:cNvSpPr txBox="1"/>
          <p:nvPr/>
        </p:nvSpPr>
        <p:spPr>
          <a:xfrm>
            <a:off x="151793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ANALYSIS</a:t>
            </a:r>
            <a:endParaRPr sz="1000">
              <a:solidFill>
                <a:schemeClr val="dk1"/>
              </a:solidFill>
              <a:latin typeface="Bebas Neue"/>
              <a:ea typeface="Bebas Neue"/>
              <a:cs typeface="Bebas Neue"/>
              <a:sym typeface="Bebas Neue"/>
            </a:endParaRPr>
          </a:p>
        </p:txBody>
      </p:sp>
      <p:sp>
        <p:nvSpPr>
          <p:cNvPr id="481" name="Google Shape;481;p37">
            <a:hlinkClick r:id="" action="ppaction://noaction"/>
          </p:cNvPr>
          <p:cNvSpPr txBox="1"/>
          <p:nvPr/>
        </p:nvSpPr>
        <p:spPr>
          <a:xfrm>
            <a:off x="211341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CONTACT</a:t>
            </a:r>
            <a:endParaRPr sz="1000">
              <a:solidFill>
                <a:schemeClr val="dk1"/>
              </a:solidFill>
              <a:latin typeface="Bebas Neue"/>
              <a:ea typeface="Bebas Neue"/>
              <a:cs typeface="Bebas Neue"/>
              <a:sym typeface="Bebas Neue"/>
            </a:endParaRPr>
          </a:p>
        </p:txBody>
      </p:sp>
      <p:grpSp>
        <p:nvGrpSpPr>
          <p:cNvPr id="482" name="Google Shape;482;p37"/>
          <p:cNvGrpSpPr/>
          <p:nvPr/>
        </p:nvGrpSpPr>
        <p:grpSpPr>
          <a:xfrm>
            <a:off x="706038" y="312972"/>
            <a:ext cx="140222" cy="140409"/>
            <a:chOff x="2741000" y="199475"/>
            <a:chExt cx="191953" cy="192210"/>
          </a:xfrm>
        </p:grpSpPr>
        <p:sp>
          <p:nvSpPr>
            <p:cNvPr id="483" name="Google Shape;483;p37"/>
            <p:cNvSpPr/>
            <p:nvPr/>
          </p:nvSpPr>
          <p:spPr>
            <a:xfrm>
              <a:off x="2741000"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7"/>
            <p:cNvSpPr/>
            <p:nvPr/>
          </p:nvSpPr>
          <p:spPr>
            <a:xfrm>
              <a:off x="2741000"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7"/>
            <p:cNvSpPr/>
            <p:nvPr/>
          </p:nvSpPr>
          <p:spPr>
            <a:xfrm>
              <a:off x="2741000"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7"/>
            <p:cNvSpPr/>
            <p:nvPr/>
          </p:nvSpPr>
          <p:spPr>
            <a:xfrm>
              <a:off x="2815215"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7"/>
            <p:cNvSpPr/>
            <p:nvPr/>
          </p:nvSpPr>
          <p:spPr>
            <a:xfrm>
              <a:off x="2815215"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7"/>
            <p:cNvSpPr/>
            <p:nvPr/>
          </p:nvSpPr>
          <p:spPr>
            <a:xfrm>
              <a:off x="2815215"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7"/>
            <p:cNvSpPr/>
            <p:nvPr/>
          </p:nvSpPr>
          <p:spPr>
            <a:xfrm>
              <a:off x="2889453"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7"/>
            <p:cNvSpPr/>
            <p:nvPr/>
          </p:nvSpPr>
          <p:spPr>
            <a:xfrm>
              <a:off x="2889453"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7"/>
            <p:cNvSpPr/>
            <p:nvPr/>
          </p:nvSpPr>
          <p:spPr>
            <a:xfrm>
              <a:off x="2889453"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2" name="Google Shape;492;p37">
            <a:hlinkClick r:id="rId4" action="ppaction://hlinksldjump"/>
          </p:cNvPr>
          <p:cNvSpPr/>
          <p:nvPr/>
        </p:nvSpPr>
        <p:spPr>
          <a:xfrm>
            <a:off x="669500" y="276525"/>
            <a:ext cx="213300" cy="21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93" name="Google Shape;493;p37"/>
          <p:cNvCxnSpPr/>
          <p:nvPr/>
        </p:nvCxnSpPr>
        <p:spPr>
          <a:xfrm>
            <a:off x="3185561" y="2770463"/>
            <a:ext cx="2772900" cy="0"/>
          </a:xfrm>
          <a:prstGeom prst="straightConnector1">
            <a:avLst/>
          </a:prstGeom>
          <a:noFill/>
          <a:ln w="9525" cap="flat" cmpd="sng">
            <a:solidFill>
              <a:schemeClr val="dk1"/>
            </a:solidFill>
            <a:prstDash val="solid"/>
            <a:round/>
            <a:headEnd type="none" w="med" len="med"/>
            <a:tailEnd type="none" w="med" len="med"/>
          </a:ln>
        </p:spPr>
      </p:cxnSp>
      <p:sp>
        <p:nvSpPr>
          <p:cNvPr id="99" name="Google Shape;504;p38">
            <a:extLst>
              <a:ext uri="{FF2B5EF4-FFF2-40B4-BE49-F238E27FC236}">
                <a16:creationId xmlns:a16="http://schemas.microsoft.com/office/drawing/2014/main" id="{87E6BA3E-80BC-4E00-924E-DE87F5BA7D68}"/>
              </a:ext>
            </a:extLst>
          </p:cNvPr>
          <p:cNvSpPr/>
          <p:nvPr/>
        </p:nvSpPr>
        <p:spPr>
          <a:xfrm>
            <a:off x="1060107" y="1594260"/>
            <a:ext cx="1211418" cy="954842"/>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508;p38">
            <a:extLst>
              <a:ext uri="{FF2B5EF4-FFF2-40B4-BE49-F238E27FC236}">
                <a16:creationId xmlns:a16="http://schemas.microsoft.com/office/drawing/2014/main" id="{515E770A-E87F-4C18-9A77-4E122821EACE}"/>
              </a:ext>
            </a:extLst>
          </p:cNvPr>
          <p:cNvSpPr txBox="1">
            <a:spLocks/>
          </p:cNvSpPr>
          <p:nvPr/>
        </p:nvSpPr>
        <p:spPr>
          <a:xfrm>
            <a:off x="1156960" y="1712519"/>
            <a:ext cx="1017712" cy="76613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4800" dirty="0">
                <a:solidFill>
                  <a:schemeClr val="lt1"/>
                </a:solidFill>
                <a:latin typeface="Bebas Neue"/>
                <a:sym typeface="Bebas Neue"/>
              </a:rPr>
              <a:t>01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97">
                                            <p:txEl>
                                              <p:pRg st="0" end="0"/>
                                            </p:txEl>
                                          </p:spTgt>
                                        </p:tgtEl>
                                        <p:attrNameLst>
                                          <p:attrName>style.visibility</p:attrName>
                                        </p:attrNameLst>
                                      </p:cBhvr>
                                      <p:to>
                                        <p:strVal val="visible"/>
                                      </p:to>
                                    </p:set>
                                    <p:animEffect transition="in" filter="wipe(down)">
                                      <p:cBhvr>
                                        <p:cTn id="7" dur="500"/>
                                        <p:tgtEl>
                                          <p:spTgt spid="397">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98"/>
                                        </p:tgtEl>
                                        <p:attrNameLst>
                                          <p:attrName>style.visibility</p:attrName>
                                        </p:attrNameLst>
                                      </p:cBhvr>
                                      <p:to>
                                        <p:strVal val="visible"/>
                                      </p:to>
                                    </p:set>
                                    <p:animEffect transition="in" filter="wipe(down)">
                                      <p:cBhvr>
                                        <p:cTn id="10" dur="500"/>
                                        <p:tgtEl>
                                          <p:spTgt spid="39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397">
                                            <p:txEl>
                                              <p:pRg st="1" end="1"/>
                                            </p:txEl>
                                          </p:spTgt>
                                        </p:tgtEl>
                                        <p:attrNameLst>
                                          <p:attrName>style.visibility</p:attrName>
                                        </p:attrNameLst>
                                      </p:cBhvr>
                                      <p:to>
                                        <p:strVal val="visible"/>
                                      </p:to>
                                    </p:set>
                                    <p:animEffect transition="in" filter="wipe(down)">
                                      <p:cBhvr>
                                        <p:cTn id="15" dur="500"/>
                                        <p:tgtEl>
                                          <p:spTgt spid="397">
                                            <p:txEl>
                                              <p:pRg st="1" end="1"/>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435"/>
                                        </p:tgtEl>
                                        <p:attrNameLst>
                                          <p:attrName>style.visibility</p:attrName>
                                        </p:attrNameLst>
                                      </p:cBhvr>
                                      <p:to>
                                        <p:strVal val="visible"/>
                                      </p:to>
                                    </p:set>
                                    <p:animEffect transition="in" filter="wipe(down)">
                                      <p:cBhvr>
                                        <p:cTn id="18" dur="500"/>
                                        <p:tgtEl>
                                          <p:spTgt spid="435"/>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439"/>
                                        </p:tgtEl>
                                        <p:attrNameLst>
                                          <p:attrName>style.visibility</p:attrName>
                                        </p:attrNameLst>
                                      </p:cBhvr>
                                      <p:to>
                                        <p:strVal val="visible"/>
                                      </p:to>
                                    </p:set>
                                    <p:animEffect transition="in" filter="wipe(down)">
                                      <p:cBhvr>
                                        <p:cTn id="21" dur="500"/>
                                        <p:tgtEl>
                                          <p:spTgt spid="439"/>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457"/>
                                        </p:tgtEl>
                                        <p:attrNameLst>
                                          <p:attrName>style.visibility</p:attrName>
                                        </p:attrNameLst>
                                      </p:cBhvr>
                                      <p:to>
                                        <p:strVal val="visible"/>
                                      </p:to>
                                    </p:set>
                                    <p:animEffect transition="in" filter="wipe(down)">
                                      <p:cBhvr>
                                        <p:cTn id="24" dur="500"/>
                                        <p:tgtEl>
                                          <p:spTgt spid="457"/>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458"/>
                                        </p:tgtEl>
                                        <p:attrNameLst>
                                          <p:attrName>style.visibility</p:attrName>
                                        </p:attrNameLst>
                                      </p:cBhvr>
                                      <p:to>
                                        <p:strVal val="visible"/>
                                      </p:to>
                                    </p:set>
                                    <p:animEffect transition="in" filter="wipe(down)">
                                      <p:cBhvr>
                                        <p:cTn id="27" dur="500"/>
                                        <p:tgtEl>
                                          <p:spTgt spid="458"/>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459"/>
                                        </p:tgtEl>
                                        <p:attrNameLst>
                                          <p:attrName>style.visibility</p:attrName>
                                        </p:attrNameLst>
                                      </p:cBhvr>
                                      <p:to>
                                        <p:strVal val="visible"/>
                                      </p:to>
                                    </p:set>
                                    <p:animEffect transition="in" filter="wipe(down)">
                                      <p:cBhvr>
                                        <p:cTn id="30" dur="500"/>
                                        <p:tgtEl>
                                          <p:spTgt spid="459"/>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460"/>
                                        </p:tgtEl>
                                        <p:attrNameLst>
                                          <p:attrName>style.visibility</p:attrName>
                                        </p:attrNameLst>
                                      </p:cBhvr>
                                      <p:to>
                                        <p:strVal val="visible"/>
                                      </p:to>
                                    </p:set>
                                    <p:animEffect transition="in" filter="wipe(down)">
                                      <p:cBhvr>
                                        <p:cTn id="33" dur="500"/>
                                        <p:tgtEl>
                                          <p:spTgt spid="460"/>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462"/>
                                        </p:tgtEl>
                                        <p:attrNameLst>
                                          <p:attrName>style.visibility</p:attrName>
                                        </p:attrNameLst>
                                      </p:cBhvr>
                                      <p:to>
                                        <p:strVal val="visible"/>
                                      </p:to>
                                    </p:set>
                                    <p:animEffect transition="in" filter="wipe(down)">
                                      <p:cBhvr>
                                        <p:cTn id="36" dur="500"/>
                                        <p:tgtEl>
                                          <p:spTgt spid="462"/>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476"/>
                                        </p:tgtEl>
                                        <p:attrNameLst>
                                          <p:attrName>style.visibility</p:attrName>
                                        </p:attrNameLst>
                                      </p:cBhvr>
                                      <p:to>
                                        <p:strVal val="visible"/>
                                      </p:to>
                                    </p:set>
                                    <p:animEffect transition="in" filter="wipe(down)">
                                      <p:cBhvr>
                                        <p:cTn id="39" dur="500"/>
                                        <p:tgtEl>
                                          <p:spTgt spid="476"/>
                                        </p:tgtEl>
                                      </p:cBhvr>
                                    </p:animEffect>
                                  </p:childTnLst>
                                </p:cTn>
                              </p:par>
                              <p:par>
                                <p:cTn id="40" presetID="22" presetClass="entr" presetSubtype="4" fill="hold" nodeType="withEffect">
                                  <p:stCondLst>
                                    <p:cond delay="0"/>
                                  </p:stCondLst>
                                  <p:childTnLst>
                                    <p:set>
                                      <p:cBhvr>
                                        <p:cTn id="41" dur="1" fill="hold">
                                          <p:stCondLst>
                                            <p:cond delay="0"/>
                                          </p:stCondLst>
                                        </p:cTn>
                                        <p:tgtEl>
                                          <p:spTgt spid="493"/>
                                        </p:tgtEl>
                                        <p:attrNameLst>
                                          <p:attrName>style.visibility</p:attrName>
                                        </p:attrNameLst>
                                      </p:cBhvr>
                                      <p:to>
                                        <p:strVal val="visible"/>
                                      </p:to>
                                    </p:set>
                                    <p:animEffect transition="in" filter="wipe(down)">
                                      <p:cBhvr>
                                        <p:cTn id="42" dur="500"/>
                                        <p:tgtEl>
                                          <p:spTgt spid="493"/>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99"/>
                                        </p:tgtEl>
                                        <p:attrNameLst>
                                          <p:attrName>style.visibility</p:attrName>
                                        </p:attrNameLst>
                                      </p:cBhvr>
                                      <p:to>
                                        <p:strVal val="visible"/>
                                      </p:to>
                                    </p:set>
                                    <p:animEffect transition="in" filter="wipe(down)">
                                      <p:cBhvr>
                                        <p:cTn id="45" dur="500"/>
                                        <p:tgtEl>
                                          <p:spTgt spid="99"/>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100"/>
                                        </p:tgtEl>
                                        <p:attrNameLst>
                                          <p:attrName>style.visibility</p:attrName>
                                        </p:attrNameLst>
                                      </p:cBhvr>
                                      <p:to>
                                        <p:strVal val="visible"/>
                                      </p:to>
                                    </p:set>
                                    <p:animEffect transition="in" filter="wipe(down)">
                                      <p:cBhvr>
                                        <p:cTn id="48"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 grpId="0" uiExpand="1" build="p"/>
      <p:bldP spid="398" grpId="0"/>
      <p:bldP spid="439" grpId="0" animBg="1"/>
      <p:bldP spid="457" grpId="0" animBg="1"/>
      <p:bldP spid="458" grpId="0" animBg="1"/>
      <p:bldP spid="459" grpId="0" animBg="1"/>
      <p:bldP spid="460" grpId="0" animBg="1"/>
      <p:bldP spid="462" grpId="0" animBg="1"/>
      <p:bldP spid="476" grpId="0" animBg="1"/>
      <p:bldP spid="99" grpId="0" animBg="1"/>
      <p:bldP spid="10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519" name="Google Shape;519;p38"/>
          <p:cNvSpPr txBox="1"/>
          <p:nvPr/>
        </p:nvSpPr>
        <p:spPr>
          <a:xfrm>
            <a:off x="7062300" y="212749"/>
            <a:ext cx="1367400" cy="300900"/>
          </a:xfrm>
          <a:prstGeom prst="rect">
            <a:avLst/>
          </a:prstGeom>
          <a:noFill/>
          <a:ln>
            <a:noFill/>
          </a:ln>
        </p:spPr>
        <p:txBody>
          <a:bodyPr spcFirstLastPara="1" wrap="square" lIns="91425" tIns="91425" rIns="0" bIns="91425" anchor="ctr" anchorCtr="0">
            <a:noAutofit/>
          </a:bodyPr>
          <a:lstStyle/>
          <a:p>
            <a:pPr marL="0" lvl="0" indent="0" algn="r" rtl="0">
              <a:spcBef>
                <a:spcPts val="0"/>
              </a:spcBef>
              <a:spcAft>
                <a:spcPts val="0"/>
              </a:spcAft>
              <a:buNone/>
            </a:pPr>
            <a:r>
              <a:rPr lang="en">
                <a:solidFill>
                  <a:schemeClr val="lt2"/>
                </a:solidFill>
                <a:latin typeface="Bebas Neue"/>
                <a:ea typeface="Bebas Neue"/>
                <a:cs typeface="Bebas Neue"/>
                <a:sym typeface="Bebas Neue"/>
              </a:rPr>
              <a:t>Data ANALYSIS</a:t>
            </a:r>
            <a:endParaRPr>
              <a:solidFill>
                <a:schemeClr val="lt2"/>
              </a:solidFill>
            </a:endParaRPr>
          </a:p>
        </p:txBody>
      </p:sp>
      <p:sp>
        <p:nvSpPr>
          <p:cNvPr id="520" name="Google Shape;520;p38">
            <a:hlinkClick r:id="" action="ppaction://hlinkshowjump?jump=nextslide"/>
          </p:cNvPr>
          <p:cNvSpPr/>
          <p:nvPr/>
        </p:nvSpPr>
        <p:spPr>
          <a:xfrm rot="5400000">
            <a:off x="821542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8">
            <a:hlinkClick r:id="" action="ppaction://hlinkshowjump?jump=previousslide"/>
          </p:cNvPr>
          <p:cNvSpPr/>
          <p:nvPr/>
        </p:nvSpPr>
        <p:spPr>
          <a:xfrm rot="-5400000" flipH="1">
            <a:off x="73197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8">
            <a:hlinkClick r:id="rId3" action="ppaction://hlinksldjump"/>
          </p:cNvPr>
          <p:cNvSpPr txBox="1"/>
          <p:nvPr/>
        </p:nvSpPr>
        <p:spPr>
          <a:xfrm>
            <a:off x="92245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MENU</a:t>
            </a:r>
            <a:endParaRPr sz="1000">
              <a:solidFill>
                <a:schemeClr val="dk1"/>
              </a:solidFill>
              <a:latin typeface="Bebas Neue"/>
              <a:ea typeface="Bebas Neue"/>
              <a:cs typeface="Bebas Neue"/>
              <a:sym typeface="Bebas Neue"/>
            </a:endParaRPr>
          </a:p>
        </p:txBody>
      </p:sp>
      <p:sp>
        <p:nvSpPr>
          <p:cNvPr id="523" name="Google Shape;523;p38">
            <a:hlinkClick r:id="" action="ppaction://noaction"/>
          </p:cNvPr>
          <p:cNvSpPr txBox="1"/>
          <p:nvPr/>
        </p:nvSpPr>
        <p:spPr>
          <a:xfrm>
            <a:off x="151793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ANALYSIS</a:t>
            </a:r>
            <a:endParaRPr sz="1000">
              <a:solidFill>
                <a:schemeClr val="dk1"/>
              </a:solidFill>
              <a:latin typeface="Bebas Neue"/>
              <a:ea typeface="Bebas Neue"/>
              <a:cs typeface="Bebas Neue"/>
              <a:sym typeface="Bebas Neue"/>
            </a:endParaRPr>
          </a:p>
        </p:txBody>
      </p:sp>
      <p:sp>
        <p:nvSpPr>
          <p:cNvPr id="524" name="Google Shape;524;p38">
            <a:hlinkClick r:id="" action="ppaction://noaction"/>
          </p:cNvPr>
          <p:cNvSpPr txBox="1"/>
          <p:nvPr/>
        </p:nvSpPr>
        <p:spPr>
          <a:xfrm>
            <a:off x="211341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CONTACT</a:t>
            </a:r>
            <a:endParaRPr sz="1000">
              <a:solidFill>
                <a:schemeClr val="dk1"/>
              </a:solidFill>
              <a:latin typeface="Bebas Neue"/>
              <a:ea typeface="Bebas Neue"/>
              <a:cs typeface="Bebas Neue"/>
              <a:sym typeface="Bebas Neue"/>
            </a:endParaRPr>
          </a:p>
        </p:txBody>
      </p:sp>
      <p:grpSp>
        <p:nvGrpSpPr>
          <p:cNvPr id="525" name="Google Shape;525;p38"/>
          <p:cNvGrpSpPr/>
          <p:nvPr/>
        </p:nvGrpSpPr>
        <p:grpSpPr>
          <a:xfrm>
            <a:off x="706038" y="312972"/>
            <a:ext cx="140222" cy="140409"/>
            <a:chOff x="2741000" y="199475"/>
            <a:chExt cx="191953" cy="192210"/>
          </a:xfrm>
        </p:grpSpPr>
        <p:sp>
          <p:nvSpPr>
            <p:cNvPr id="526" name="Google Shape;526;p38"/>
            <p:cNvSpPr/>
            <p:nvPr/>
          </p:nvSpPr>
          <p:spPr>
            <a:xfrm>
              <a:off x="2741000"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8"/>
            <p:cNvSpPr/>
            <p:nvPr/>
          </p:nvSpPr>
          <p:spPr>
            <a:xfrm>
              <a:off x="2741000"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8"/>
            <p:cNvSpPr/>
            <p:nvPr/>
          </p:nvSpPr>
          <p:spPr>
            <a:xfrm>
              <a:off x="2741000"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8"/>
            <p:cNvSpPr/>
            <p:nvPr/>
          </p:nvSpPr>
          <p:spPr>
            <a:xfrm>
              <a:off x="2815215"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8"/>
            <p:cNvSpPr/>
            <p:nvPr/>
          </p:nvSpPr>
          <p:spPr>
            <a:xfrm>
              <a:off x="2815215"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8"/>
            <p:cNvSpPr/>
            <p:nvPr/>
          </p:nvSpPr>
          <p:spPr>
            <a:xfrm>
              <a:off x="2815215"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8"/>
            <p:cNvSpPr/>
            <p:nvPr/>
          </p:nvSpPr>
          <p:spPr>
            <a:xfrm>
              <a:off x="2889453"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8"/>
            <p:cNvSpPr/>
            <p:nvPr/>
          </p:nvSpPr>
          <p:spPr>
            <a:xfrm>
              <a:off x="2889453"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8"/>
            <p:cNvSpPr/>
            <p:nvPr/>
          </p:nvSpPr>
          <p:spPr>
            <a:xfrm>
              <a:off x="2889453"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5" name="Google Shape;535;p38">
            <a:hlinkClick r:id="rId4" action="ppaction://hlinksldjump"/>
          </p:cNvPr>
          <p:cNvSpPr/>
          <p:nvPr/>
        </p:nvSpPr>
        <p:spPr>
          <a:xfrm>
            <a:off x="669500" y="276525"/>
            <a:ext cx="213300" cy="21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8"/>
          <p:cNvSpPr/>
          <p:nvPr/>
        </p:nvSpPr>
        <p:spPr>
          <a:xfrm>
            <a:off x="215504" y="1224087"/>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Image 2">
            <a:extLst>
              <a:ext uri="{FF2B5EF4-FFF2-40B4-BE49-F238E27FC236}">
                <a16:creationId xmlns:a16="http://schemas.microsoft.com/office/drawing/2014/main" id="{000EF7C6-3E9E-4E94-A017-D20DCA7CCDC0}"/>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backgroundMark x1="29771" y1="2139" x2="29771" y2="2139"/>
                        <a14:backgroundMark x1="29771" y1="13904" x2="29771" y2="13904"/>
                      </a14:backgroundRemoval>
                    </a14:imgEffect>
                  </a14:imgLayer>
                </a14:imgProps>
              </a:ext>
            </a:extLst>
          </a:blip>
          <a:stretch>
            <a:fillRect/>
          </a:stretch>
        </p:blipFill>
        <p:spPr>
          <a:xfrm>
            <a:off x="551651" y="526272"/>
            <a:ext cx="1432928" cy="2045478"/>
          </a:xfrm>
          <a:prstGeom prst="rect">
            <a:avLst/>
          </a:prstGeom>
        </p:spPr>
      </p:pic>
      <p:sp>
        <p:nvSpPr>
          <p:cNvPr id="26" name="Google Shape;3216;p77">
            <a:extLst>
              <a:ext uri="{FF2B5EF4-FFF2-40B4-BE49-F238E27FC236}">
                <a16:creationId xmlns:a16="http://schemas.microsoft.com/office/drawing/2014/main" id="{23BF8915-3309-467F-9A04-05A6468247E6}"/>
              </a:ext>
            </a:extLst>
          </p:cNvPr>
          <p:cNvSpPr/>
          <p:nvPr/>
        </p:nvSpPr>
        <p:spPr>
          <a:xfrm>
            <a:off x="1985765" y="1458647"/>
            <a:ext cx="905833" cy="531353"/>
          </a:xfrm>
          <a:prstGeom prst="stripedRightArrow">
            <a:avLst>
              <a:gd name="adj1" fmla="val 50000"/>
              <a:gd name="adj2"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9" name="Google Shape;2594;p69">
            <a:extLst>
              <a:ext uri="{FF2B5EF4-FFF2-40B4-BE49-F238E27FC236}">
                <a16:creationId xmlns:a16="http://schemas.microsoft.com/office/drawing/2014/main" id="{D98860DE-1969-412B-BB87-F80E7CE22EDF}"/>
              </a:ext>
            </a:extLst>
          </p:cNvPr>
          <p:cNvGrpSpPr/>
          <p:nvPr/>
        </p:nvGrpSpPr>
        <p:grpSpPr>
          <a:xfrm>
            <a:off x="3562801" y="1373050"/>
            <a:ext cx="619053" cy="616951"/>
            <a:chOff x="4946475" y="3016009"/>
            <a:chExt cx="221946" cy="343570"/>
          </a:xfrm>
        </p:grpSpPr>
        <p:sp>
          <p:nvSpPr>
            <p:cNvPr id="30" name="Google Shape;2595;p69">
              <a:extLst>
                <a:ext uri="{FF2B5EF4-FFF2-40B4-BE49-F238E27FC236}">
                  <a16:creationId xmlns:a16="http://schemas.microsoft.com/office/drawing/2014/main" id="{CCDA4CA2-9831-4EC4-A477-3578B055A879}"/>
                </a:ext>
              </a:extLst>
            </p:cNvPr>
            <p:cNvSpPr/>
            <p:nvPr/>
          </p:nvSpPr>
          <p:spPr>
            <a:xfrm>
              <a:off x="4946475" y="3274798"/>
              <a:ext cx="221946" cy="84781"/>
            </a:xfrm>
            <a:custGeom>
              <a:avLst/>
              <a:gdLst/>
              <a:ahLst/>
              <a:cxnLst/>
              <a:rect l="l" t="t" r="r" b="b"/>
              <a:pathLst>
                <a:path w="10982" h="4195" extrusionOk="0">
                  <a:moveTo>
                    <a:pt x="1" y="1"/>
                  </a:moveTo>
                  <a:lnTo>
                    <a:pt x="1" y="2031"/>
                  </a:lnTo>
                  <a:cubicBezTo>
                    <a:pt x="1" y="2538"/>
                    <a:pt x="326" y="3228"/>
                    <a:pt x="1868" y="3715"/>
                  </a:cubicBezTo>
                  <a:cubicBezTo>
                    <a:pt x="2871" y="4033"/>
                    <a:pt x="4183" y="4195"/>
                    <a:pt x="5500" y="4195"/>
                  </a:cubicBezTo>
                  <a:cubicBezTo>
                    <a:pt x="6796" y="4195"/>
                    <a:pt x="8098" y="4038"/>
                    <a:pt x="9115" y="3715"/>
                  </a:cubicBezTo>
                  <a:cubicBezTo>
                    <a:pt x="10657" y="3228"/>
                    <a:pt x="10982" y="2538"/>
                    <a:pt x="10982" y="2031"/>
                  </a:cubicBezTo>
                  <a:lnTo>
                    <a:pt x="10982" y="1"/>
                  </a:lnTo>
                  <a:cubicBezTo>
                    <a:pt x="10576" y="285"/>
                    <a:pt x="10089" y="508"/>
                    <a:pt x="9500" y="691"/>
                  </a:cubicBezTo>
                  <a:cubicBezTo>
                    <a:pt x="8364" y="1046"/>
                    <a:pt x="6927" y="1224"/>
                    <a:pt x="5491" y="1224"/>
                  </a:cubicBezTo>
                  <a:cubicBezTo>
                    <a:pt x="4055" y="1224"/>
                    <a:pt x="2619" y="1046"/>
                    <a:pt x="1483" y="691"/>
                  </a:cubicBezTo>
                  <a:cubicBezTo>
                    <a:pt x="894" y="508"/>
                    <a:pt x="407" y="285"/>
                    <a:pt x="1" y="1"/>
                  </a:cubicBezTo>
                  <a:close/>
                </a:path>
              </a:pathLst>
            </a:custGeom>
            <a:ln/>
          </p:spPr>
          <p:style>
            <a:lnRef idx="2">
              <a:schemeClr val="dk1"/>
            </a:lnRef>
            <a:fillRef idx="1">
              <a:schemeClr val="lt1"/>
            </a:fillRef>
            <a:effectRef idx="0">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596;p69">
              <a:extLst>
                <a:ext uri="{FF2B5EF4-FFF2-40B4-BE49-F238E27FC236}">
                  <a16:creationId xmlns:a16="http://schemas.microsoft.com/office/drawing/2014/main" id="{90370DD2-97DD-4154-A352-4BFB1028E245}"/>
                </a:ext>
              </a:extLst>
            </p:cNvPr>
            <p:cNvSpPr/>
            <p:nvPr/>
          </p:nvSpPr>
          <p:spPr>
            <a:xfrm>
              <a:off x="4946475" y="3189492"/>
              <a:ext cx="221946" cy="84458"/>
            </a:xfrm>
            <a:custGeom>
              <a:avLst/>
              <a:gdLst/>
              <a:ahLst/>
              <a:cxnLst/>
              <a:rect l="l" t="t" r="r" b="b"/>
              <a:pathLst>
                <a:path w="10982" h="4179" extrusionOk="0">
                  <a:moveTo>
                    <a:pt x="1" y="0"/>
                  </a:moveTo>
                  <a:lnTo>
                    <a:pt x="1" y="2030"/>
                  </a:lnTo>
                  <a:cubicBezTo>
                    <a:pt x="1" y="2537"/>
                    <a:pt x="326" y="3227"/>
                    <a:pt x="1868" y="3715"/>
                  </a:cubicBezTo>
                  <a:cubicBezTo>
                    <a:pt x="2871" y="4021"/>
                    <a:pt x="4183" y="4179"/>
                    <a:pt x="5501" y="4179"/>
                  </a:cubicBezTo>
                  <a:cubicBezTo>
                    <a:pt x="6797" y="4179"/>
                    <a:pt x="8098" y="4027"/>
                    <a:pt x="9115" y="3715"/>
                  </a:cubicBezTo>
                  <a:cubicBezTo>
                    <a:pt x="10657" y="3227"/>
                    <a:pt x="10982" y="2537"/>
                    <a:pt x="10982" y="2030"/>
                  </a:cubicBezTo>
                  <a:lnTo>
                    <a:pt x="10982" y="0"/>
                  </a:lnTo>
                  <a:cubicBezTo>
                    <a:pt x="10576" y="284"/>
                    <a:pt x="10089" y="508"/>
                    <a:pt x="9500" y="690"/>
                  </a:cubicBezTo>
                  <a:cubicBezTo>
                    <a:pt x="8364" y="1045"/>
                    <a:pt x="6927" y="1223"/>
                    <a:pt x="5491" y="1223"/>
                  </a:cubicBezTo>
                  <a:cubicBezTo>
                    <a:pt x="4055" y="1223"/>
                    <a:pt x="2619" y="1045"/>
                    <a:pt x="1483" y="690"/>
                  </a:cubicBezTo>
                  <a:cubicBezTo>
                    <a:pt x="894" y="508"/>
                    <a:pt x="407" y="284"/>
                    <a:pt x="1" y="0"/>
                  </a:cubicBezTo>
                  <a:close/>
                </a:path>
              </a:pathLst>
            </a:custGeom>
            <a:ln/>
          </p:spPr>
          <p:style>
            <a:lnRef idx="2">
              <a:schemeClr val="dk1"/>
            </a:lnRef>
            <a:fillRef idx="1">
              <a:schemeClr val="lt1"/>
            </a:fillRef>
            <a:effectRef idx="0">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2597;p69">
              <a:extLst>
                <a:ext uri="{FF2B5EF4-FFF2-40B4-BE49-F238E27FC236}">
                  <a16:creationId xmlns:a16="http://schemas.microsoft.com/office/drawing/2014/main" id="{2AF3E41A-A5C3-47FF-80AE-9A147812462F}"/>
                </a:ext>
              </a:extLst>
            </p:cNvPr>
            <p:cNvSpPr/>
            <p:nvPr/>
          </p:nvSpPr>
          <p:spPr>
            <a:xfrm>
              <a:off x="4946475" y="3104165"/>
              <a:ext cx="221946" cy="84357"/>
            </a:xfrm>
            <a:custGeom>
              <a:avLst/>
              <a:gdLst/>
              <a:ahLst/>
              <a:cxnLst/>
              <a:rect l="l" t="t" r="r" b="b"/>
              <a:pathLst>
                <a:path w="10982" h="4174" extrusionOk="0">
                  <a:moveTo>
                    <a:pt x="1" y="0"/>
                  </a:moveTo>
                  <a:lnTo>
                    <a:pt x="1" y="2030"/>
                  </a:lnTo>
                  <a:cubicBezTo>
                    <a:pt x="1" y="2517"/>
                    <a:pt x="326" y="3227"/>
                    <a:pt x="1868" y="3694"/>
                  </a:cubicBezTo>
                  <a:cubicBezTo>
                    <a:pt x="2871" y="4011"/>
                    <a:pt x="4183" y="4174"/>
                    <a:pt x="5500" y="4174"/>
                  </a:cubicBezTo>
                  <a:cubicBezTo>
                    <a:pt x="6796" y="4174"/>
                    <a:pt x="8098" y="4017"/>
                    <a:pt x="9115" y="3694"/>
                  </a:cubicBezTo>
                  <a:cubicBezTo>
                    <a:pt x="10657" y="3227"/>
                    <a:pt x="10982" y="2517"/>
                    <a:pt x="10982" y="2030"/>
                  </a:cubicBezTo>
                  <a:lnTo>
                    <a:pt x="10982" y="0"/>
                  </a:lnTo>
                  <a:cubicBezTo>
                    <a:pt x="10576" y="264"/>
                    <a:pt x="10089" y="487"/>
                    <a:pt x="9500" y="690"/>
                  </a:cubicBezTo>
                  <a:cubicBezTo>
                    <a:pt x="8364" y="1045"/>
                    <a:pt x="6927" y="1223"/>
                    <a:pt x="5491" y="1223"/>
                  </a:cubicBezTo>
                  <a:cubicBezTo>
                    <a:pt x="4055" y="1223"/>
                    <a:pt x="2619" y="1045"/>
                    <a:pt x="1483" y="690"/>
                  </a:cubicBezTo>
                  <a:cubicBezTo>
                    <a:pt x="894" y="487"/>
                    <a:pt x="407" y="264"/>
                    <a:pt x="1" y="0"/>
                  </a:cubicBezTo>
                  <a:close/>
                </a:path>
              </a:pathLst>
            </a:custGeom>
            <a:ln/>
          </p:spPr>
          <p:style>
            <a:lnRef idx="2">
              <a:schemeClr val="dk1"/>
            </a:lnRef>
            <a:fillRef idx="1">
              <a:schemeClr val="lt1"/>
            </a:fillRef>
            <a:effectRef idx="0">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598;p69">
              <a:extLst>
                <a:ext uri="{FF2B5EF4-FFF2-40B4-BE49-F238E27FC236}">
                  <a16:creationId xmlns:a16="http://schemas.microsoft.com/office/drawing/2014/main" id="{27531BD5-CED7-4098-A797-184D78EBF09C}"/>
                </a:ext>
              </a:extLst>
            </p:cNvPr>
            <p:cNvSpPr/>
            <p:nvPr/>
          </p:nvSpPr>
          <p:spPr>
            <a:xfrm>
              <a:off x="4946475" y="3016009"/>
              <a:ext cx="221946" cy="87186"/>
            </a:xfrm>
            <a:custGeom>
              <a:avLst/>
              <a:gdLst/>
              <a:ahLst/>
              <a:cxnLst/>
              <a:rect l="l" t="t" r="r" b="b"/>
              <a:pathLst>
                <a:path w="10982" h="4314" extrusionOk="0">
                  <a:moveTo>
                    <a:pt x="5482" y="1"/>
                  </a:moveTo>
                  <a:cubicBezTo>
                    <a:pt x="4186" y="1"/>
                    <a:pt x="2885" y="153"/>
                    <a:pt x="1868" y="465"/>
                  </a:cubicBezTo>
                  <a:cubicBezTo>
                    <a:pt x="326" y="952"/>
                    <a:pt x="1" y="1663"/>
                    <a:pt x="1" y="2150"/>
                  </a:cubicBezTo>
                  <a:cubicBezTo>
                    <a:pt x="1" y="2657"/>
                    <a:pt x="326" y="3347"/>
                    <a:pt x="1868" y="3834"/>
                  </a:cubicBezTo>
                  <a:cubicBezTo>
                    <a:pt x="2871" y="4152"/>
                    <a:pt x="4183" y="4314"/>
                    <a:pt x="5500" y="4314"/>
                  </a:cubicBezTo>
                  <a:cubicBezTo>
                    <a:pt x="6796" y="4314"/>
                    <a:pt x="8098" y="4157"/>
                    <a:pt x="9115" y="3834"/>
                  </a:cubicBezTo>
                  <a:cubicBezTo>
                    <a:pt x="10657" y="3347"/>
                    <a:pt x="10982" y="2657"/>
                    <a:pt x="10982" y="2150"/>
                  </a:cubicBezTo>
                  <a:cubicBezTo>
                    <a:pt x="10982" y="1663"/>
                    <a:pt x="10657" y="952"/>
                    <a:pt x="9115" y="465"/>
                  </a:cubicBezTo>
                  <a:cubicBezTo>
                    <a:pt x="8112" y="158"/>
                    <a:pt x="6800" y="1"/>
                    <a:pt x="5482" y="1"/>
                  </a:cubicBezTo>
                  <a:close/>
                </a:path>
              </a:pathLst>
            </a:custGeom>
            <a:ln/>
          </p:spPr>
          <p:style>
            <a:lnRef idx="2">
              <a:schemeClr val="dk1"/>
            </a:lnRef>
            <a:fillRef idx="1">
              <a:schemeClr val="lt1"/>
            </a:fillRef>
            <a:effectRef idx="0">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2914;p77">
            <a:extLst>
              <a:ext uri="{FF2B5EF4-FFF2-40B4-BE49-F238E27FC236}">
                <a16:creationId xmlns:a16="http://schemas.microsoft.com/office/drawing/2014/main" id="{E759CE27-D621-4579-BC17-8AE6C3203A13}"/>
              </a:ext>
            </a:extLst>
          </p:cNvPr>
          <p:cNvGrpSpPr/>
          <p:nvPr/>
        </p:nvGrpSpPr>
        <p:grpSpPr>
          <a:xfrm>
            <a:off x="2891598" y="818866"/>
            <a:ext cx="1900166" cy="1581150"/>
            <a:chOff x="4906800" y="1507500"/>
            <a:chExt cx="70350" cy="71075"/>
          </a:xfrm>
        </p:grpSpPr>
        <p:sp>
          <p:nvSpPr>
            <p:cNvPr id="36" name="Google Shape;2915;p77">
              <a:extLst>
                <a:ext uri="{FF2B5EF4-FFF2-40B4-BE49-F238E27FC236}">
                  <a16:creationId xmlns:a16="http://schemas.microsoft.com/office/drawing/2014/main" id="{BE7C1268-C585-4F22-BCCF-A556A1EA319B}"/>
                </a:ext>
              </a:extLst>
            </p:cNvPr>
            <p:cNvSpPr/>
            <p:nvPr/>
          </p:nvSpPr>
          <p:spPr>
            <a:xfrm>
              <a:off x="4916000" y="1507500"/>
              <a:ext cx="30850" cy="24000"/>
            </a:xfrm>
            <a:custGeom>
              <a:avLst/>
              <a:gdLst/>
              <a:ahLst/>
              <a:cxnLst/>
              <a:rect l="l" t="t" r="r" b="b"/>
              <a:pathLst>
                <a:path w="1234" h="960" extrusionOk="0">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ln/>
          </p:spPr>
          <p:style>
            <a:lnRef idx="2">
              <a:schemeClr val="accent1"/>
            </a:lnRef>
            <a:fillRef idx="1">
              <a:schemeClr val="lt1"/>
            </a:fillRef>
            <a:effectRef idx="0">
              <a:schemeClr val="accent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2916;p77">
              <a:extLst>
                <a:ext uri="{FF2B5EF4-FFF2-40B4-BE49-F238E27FC236}">
                  <a16:creationId xmlns:a16="http://schemas.microsoft.com/office/drawing/2014/main" id="{CF442177-1FE6-4E27-8C87-148951F9DE35}"/>
                </a:ext>
              </a:extLst>
            </p:cNvPr>
            <p:cNvSpPr/>
            <p:nvPr/>
          </p:nvSpPr>
          <p:spPr>
            <a:xfrm>
              <a:off x="4906800" y="1533825"/>
              <a:ext cx="19675" cy="32475"/>
            </a:xfrm>
            <a:custGeom>
              <a:avLst/>
              <a:gdLst/>
              <a:ahLst/>
              <a:cxnLst/>
              <a:rect l="l" t="t" r="r" b="b"/>
              <a:pathLst>
                <a:path w="787" h="1299" extrusionOk="0">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ln/>
          </p:spPr>
          <p:style>
            <a:lnRef idx="2">
              <a:schemeClr val="dk1"/>
            </a:lnRef>
            <a:fillRef idx="1">
              <a:schemeClr val="lt1"/>
            </a:fillRef>
            <a:effectRef idx="0">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917;p77">
              <a:extLst>
                <a:ext uri="{FF2B5EF4-FFF2-40B4-BE49-F238E27FC236}">
                  <a16:creationId xmlns:a16="http://schemas.microsoft.com/office/drawing/2014/main" id="{1DB05839-87B6-48B1-A314-655365ABF65F}"/>
                </a:ext>
              </a:extLst>
            </p:cNvPr>
            <p:cNvSpPr/>
            <p:nvPr/>
          </p:nvSpPr>
          <p:spPr>
            <a:xfrm>
              <a:off x="4926625" y="1561950"/>
              <a:ext cx="30675" cy="16625"/>
            </a:xfrm>
            <a:custGeom>
              <a:avLst/>
              <a:gdLst/>
              <a:ahLst/>
              <a:cxnLst/>
              <a:rect l="l" t="t" r="r" b="b"/>
              <a:pathLst>
                <a:path w="1227" h="665" extrusionOk="0">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918;p77">
              <a:extLst>
                <a:ext uri="{FF2B5EF4-FFF2-40B4-BE49-F238E27FC236}">
                  <a16:creationId xmlns:a16="http://schemas.microsoft.com/office/drawing/2014/main" id="{4FAB8C60-4EAA-468F-AD04-90ED80C4BCFA}"/>
                </a:ext>
              </a:extLst>
            </p:cNvPr>
            <p:cNvSpPr/>
            <p:nvPr/>
          </p:nvSpPr>
          <p:spPr>
            <a:xfrm>
              <a:off x="4957475" y="1541400"/>
              <a:ext cx="19675" cy="27800"/>
            </a:xfrm>
            <a:custGeom>
              <a:avLst/>
              <a:gdLst/>
              <a:ahLst/>
              <a:cxnLst/>
              <a:rect l="l" t="t" r="r" b="b"/>
              <a:pathLst>
                <a:path w="787" h="1112" extrusionOk="0">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ln/>
          </p:spPr>
          <p:style>
            <a:lnRef idx="2">
              <a:schemeClr val="accent1"/>
            </a:lnRef>
            <a:fillRef idx="1">
              <a:schemeClr val="lt1"/>
            </a:fillRef>
            <a:effectRef idx="0">
              <a:schemeClr val="accent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919;p77">
              <a:extLst>
                <a:ext uri="{FF2B5EF4-FFF2-40B4-BE49-F238E27FC236}">
                  <a16:creationId xmlns:a16="http://schemas.microsoft.com/office/drawing/2014/main" id="{EE294DFB-6D47-49AD-BE17-AB4C2BF2BC19}"/>
                </a:ext>
              </a:extLst>
            </p:cNvPr>
            <p:cNvSpPr/>
            <p:nvPr/>
          </p:nvSpPr>
          <p:spPr>
            <a:xfrm>
              <a:off x="4951325" y="1512550"/>
              <a:ext cx="24925" cy="26350"/>
            </a:xfrm>
            <a:custGeom>
              <a:avLst/>
              <a:gdLst/>
              <a:ahLst/>
              <a:cxnLst/>
              <a:rect l="l" t="t" r="r" b="b"/>
              <a:pathLst>
                <a:path w="997" h="1054" extrusionOk="0">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 name="Google Shape;3216;p77">
            <a:extLst>
              <a:ext uri="{FF2B5EF4-FFF2-40B4-BE49-F238E27FC236}">
                <a16:creationId xmlns:a16="http://schemas.microsoft.com/office/drawing/2014/main" id="{F6501C6A-1B94-4658-83E1-5380BC7BB8E8}"/>
              </a:ext>
            </a:extLst>
          </p:cNvPr>
          <p:cNvSpPr/>
          <p:nvPr/>
        </p:nvSpPr>
        <p:spPr>
          <a:xfrm>
            <a:off x="5133546" y="1494729"/>
            <a:ext cx="905833" cy="531353"/>
          </a:xfrm>
          <a:prstGeom prst="stripedRightArrow">
            <a:avLst>
              <a:gd name="adj1" fmla="val 50000"/>
              <a:gd name="adj2"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24" name="Image 23">
            <a:extLst>
              <a:ext uri="{FF2B5EF4-FFF2-40B4-BE49-F238E27FC236}">
                <a16:creationId xmlns:a16="http://schemas.microsoft.com/office/drawing/2014/main" id="{2FD8C6A4-B660-4EBD-A364-8E3872A53C97}"/>
              </a:ext>
            </a:extLst>
          </p:cNvPr>
          <p:cNvPicPr>
            <a:picLocks noChangeAspect="1"/>
          </p:cNvPicPr>
          <p:nvPr/>
        </p:nvPicPr>
        <p:blipFill>
          <a:blip r:embed="rId7"/>
          <a:stretch>
            <a:fillRect/>
          </a:stretch>
        </p:blipFill>
        <p:spPr>
          <a:xfrm>
            <a:off x="6490971" y="1288446"/>
            <a:ext cx="1775201" cy="1082440"/>
          </a:xfrm>
          <a:prstGeom prst="rect">
            <a:avLst/>
          </a:prstGeom>
        </p:spPr>
      </p:pic>
      <p:pic>
        <p:nvPicPr>
          <p:cNvPr id="63" name="Image 62">
            <a:extLst>
              <a:ext uri="{FF2B5EF4-FFF2-40B4-BE49-F238E27FC236}">
                <a16:creationId xmlns:a16="http://schemas.microsoft.com/office/drawing/2014/main" id="{6F905566-D706-414A-892F-4849D2B07D6A}"/>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4396" b="97253" l="2899" r="96377">
                        <a14:foregroundMark x1="93116" y1="82967" x2="93116" y2="82967"/>
                        <a14:foregroundMark x1="93116" y1="82967" x2="93116" y2="82967"/>
                        <a14:foregroundMark x1="96739" y1="91209" x2="96739" y2="91209"/>
                        <a14:foregroundMark x1="96739" y1="91209" x2="96739" y2="91209"/>
                        <a14:foregroundMark x1="90580" y1="97802" x2="90580" y2="97802"/>
                        <a14:foregroundMark x1="90580" y1="97802" x2="90580" y2="97802"/>
                        <a14:foregroundMark x1="82971" y1="47802" x2="82971" y2="47802"/>
                        <a14:foregroundMark x1="82971" y1="47802" x2="82971" y2="47802"/>
                        <a14:foregroundMark x1="67029" y1="23626" x2="67029" y2="23626"/>
                        <a14:foregroundMark x1="67029" y1="23626" x2="67029" y2="23626"/>
                        <a14:foregroundMark x1="51449" y1="17582" x2="51449" y2="17582"/>
                        <a14:foregroundMark x1="51449" y1="17582" x2="51449" y2="17582"/>
                        <a14:foregroundMark x1="34783" y1="19780" x2="34783" y2="19780"/>
                        <a14:foregroundMark x1="34783" y1="19780" x2="34783" y2="19780"/>
                        <a14:foregroundMark x1="21377" y1="26374" x2="21377" y2="26374"/>
                        <a14:foregroundMark x1="21377" y1="26374" x2="21377" y2="26374"/>
                        <a14:foregroundMark x1="15217" y1="40659" x2="15217" y2="40659"/>
                        <a14:foregroundMark x1="15217" y1="40659" x2="15217" y2="40659"/>
                        <a14:foregroundMark x1="5797" y1="59341" x2="5797" y2="59341"/>
                        <a14:foregroundMark x1="5797" y1="59341" x2="5797" y2="59341"/>
                        <a14:foregroundMark x1="2899" y1="85165" x2="2899" y2="85165"/>
                        <a14:foregroundMark x1="2899" y1="85165" x2="2899" y2="85165"/>
                        <a14:foregroundMark x1="64130" y1="4396" x2="64130" y2="4396"/>
                        <a14:foregroundMark x1="64130" y1="4396" x2="64130" y2="4396"/>
                        <a14:foregroundMark x1="55072" y1="38462" x2="55072" y2="38462"/>
                        <a14:foregroundMark x1="55072" y1="38462" x2="55072" y2="38462"/>
                        <a14:foregroundMark x1="45290" y1="87363" x2="45290" y2="87363"/>
                        <a14:foregroundMark x1="87319" y1="57692" x2="87319" y2="57692"/>
                        <a14:foregroundMark x1="87319" y1="57692" x2="87319" y2="57692"/>
                        <a14:foregroundMark x1="78986" y1="44505" x2="78986" y2="44505"/>
                        <a14:foregroundMark x1="78986" y1="44505" x2="78986" y2="44505"/>
                        <a14:foregroundMark x1="78986" y1="44505" x2="78986" y2="44505"/>
                      </a14:backgroundRemoval>
                    </a14:imgEffect>
                  </a14:imgLayer>
                </a14:imgProps>
              </a:ext>
            </a:extLst>
          </a:blip>
          <a:stretch>
            <a:fillRect/>
          </a:stretch>
        </p:blipFill>
        <p:spPr>
          <a:xfrm>
            <a:off x="1387914" y="2968147"/>
            <a:ext cx="1733870" cy="1143349"/>
          </a:xfrm>
          <a:prstGeom prst="rect">
            <a:avLst/>
          </a:prstGeom>
        </p:spPr>
      </p:pic>
      <p:sp>
        <p:nvSpPr>
          <p:cNvPr id="66" name="Google Shape;3216;p77">
            <a:extLst>
              <a:ext uri="{FF2B5EF4-FFF2-40B4-BE49-F238E27FC236}">
                <a16:creationId xmlns:a16="http://schemas.microsoft.com/office/drawing/2014/main" id="{0F5832AD-0DAF-45C5-8789-B0776337B12E}"/>
              </a:ext>
            </a:extLst>
          </p:cNvPr>
          <p:cNvSpPr/>
          <p:nvPr/>
        </p:nvSpPr>
        <p:spPr>
          <a:xfrm>
            <a:off x="3784387" y="3332643"/>
            <a:ext cx="905833" cy="531353"/>
          </a:xfrm>
          <a:prstGeom prst="stripedRightArrow">
            <a:avLst>
              <a:gd name="adj1" fmla="val 50000"/>
              <a:gd name="adj2"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67" name="Image 66">
            <a:extLst>
              <a:ext uri="{FF2B5EF4-FFF2-40B4-BE49-F238E27FC236}">
                <a16:creationId xmlns:a16="http://schemas.microsoft.com/office/drawing/2014/main" id="{1C1E42DC-83C6-4465-B277-A5B7D75FC38A}"/>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10000" b="90000" l="10000" r="90000">
                        <a14:foregroundMark x1="25217" y1="19545" x2="25217" y2="19545"/>
                        <a14:foregroundMark x1="25217" y1="19545" x2="25217" y2="19545"/>
                        <a14:foregroundMark x1="29565" y1="15909" x2="29565" y2="15909"/>
                        <a14:foregroundMark x1="29565" y1="15909" x2="29565" y2="15909"/>
                        <a14:foregroundMark x1="29565" y1="15909" x2="29565" y2="15909"/>
                        <a14:foregroundMark x1="29565" y1="15909" x2="29565" y2="15909"/>
                        <a14:foregroundMark x1="29565" y1="15909" x2="29565" y2="15909"/>
                        <a14:foregroundMark x1="79130" y1="56818" x2="79130" y2="56818"/>
                        <a14:foregroundMark x1="79130" y1="56818" x2="79130" y2="56818"/>
                        <a14:foregroundMark x1="79130" y1="56818" x2="79130" y2="56818"/>
                        <a14:foregroundMark x1="79130" y1="40455" x2="79130" y2="40455"/>
                        <a14:foregroundMark x1="79130" y1="40455" x2="79130" y2="40455"/>
                        <a14:foregroundMark x1="73043" y1="18182" x2="73043" y2="18182"/>
                        <a14:foregroundMark x1="73043" y1="18182" x2="73043" y2="18182"/>
                        <a14:foregroundMark x1="67391" y1="14545" x2="67391" y2="14545"/>
                        <a14:foregroundMark x1="67391" y1="14545" x2="67391" y2="14545"/>
                        <a14:foregroundMark x1="64348" y1="21818" x2="64348" y2="21818"/>
                        <a14:foregroundMark x1="64348" y1="21818" x2="53913" y2="27273"/>
                        <a14:foregroundMark x1="53913" y1="27273" x2="53913" y2="27273"/>
                        <a14:foregroundMark x1="53913" y1="27273" x2="53913" y2="27273"/>
                        <a14:foregroundMark x1="50435" y1="31818" x2="50435" y2="31818"/>
                        <a14:foregroundMark x1="50435" y1="31818" x2="50435" y2="31818"/>
                        <a14:foregroundMark x1="49565" y1="37727" x2="49565" y2="37727"/>
                        <a14:foregroundMark x1="49565" y1="37727" x2="49565" y2="37727"/>
                        <a14:foregroundMark x1="33913" y1="38182" x2="33913" y2="38182"/>
                        <a14:foregroundMark x1="33913" y1="38182" x2="33913" y2="38182"/>
                        <a14:foregroundMark x1="33913" y1="38182" x2="33913" y2="38182"/>
                        <a14:foregroundMark x1="33913" y1="38182" x2="33913" y2="38182"/>
                        <a14:foregroundMark x1="33913" y1="38182" x2="27826" y2="39545"/>
                        <a14:foregroundMark x1="27826" y1="39545" x2="27826" y2="39545"/>
                        <a14:foregroundMark x1="27826" y1="39545" x2="25217" y2="40455"/>
                        <a14:foregroundMark x1="25217" y1="40455" x2="16957" y2="41818"/>
                        <a14:foregroundMark x1="16957" y1="41818" x2="10435" y2="43636"/>
                        <a14:foregroundMark x1="13043" y1="44091" x2="71304" y2="56364"/>
                        <a14:foregroundMark x1="47391" y1="77273" x2="53913" y2="22727"/>
                        <a14:foregroundMark x1="29130" y1="79545" x2="37391" y2="24545"/>
                        <a14:foregroundMark x1="15652" y1="71364" x2="71304" y2="41818"/>
                        <a14:foregroundMark x1="71304" y1="41818" x2="71304" y2="41818"/>
                        <a14:foregroundMark x1="79130" y1="36364" x2="24348" y2="35909"/>
                        <a14:foregroundMark x1="56522" y1="15000" x2="56522" y2="15000"/>
                        <a14:foregroundMark x1="56522" y1="15000" x2="56522" y2="15000"/>
                        <a14:foregroundMark x1="49565" y1="14091" x2="49565" y2="14091"/>
                        <a14:foregroundMark x1="49565" y1="14091" x2="49565" y2="14091"/>
                      </a14:backgroundRemoval>
                    </a14:imgEffect>
                  </a14:imgLayer>
                </a14:imgProps>
              </a:ext>
            </a:extLst>
          </a:blip>
          <a:stretch>
            <a:fillRect/>
          </a:stretch>
        </p:blipFill>
        <p:spPr>
          <a:xfrm>
            <a:off x="5328430" y="2744690"/>
            <a:ext cx="1733870" cy="1658484"/>
          </a:xfrm>
          <a:prstGeom prst="rect">
            <a:avLst/>
          </a:prstGeom>
        </p:spPr>
      </p:pic>
    </p:spTree>
    <p:extLst>
      <p:ext uri="{BB962C8B-B14F-4D97-AF65-F5344CB8AC3E}">
        <p14:creationId xmlns:p14="http://schemas.microsoft.com/office/powerpoint/2010/main" val="381153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barn(inVertical)">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barn(inVertical)">
                                      <p:cBhvr>
                                        <p:cTn id="17" dur="500"/>
                                        <p:tgtEl>
                                          <p:spTgt spid="29"/>
                                        </p:tgtEl>
                                      </p:cBhvr>
                                    </p:animEffect>
                                  </p:childTnLst>
                                </p:cTn>
                              </p:par>
                              <p:par>
                                <p:cTn id="18" presetID="16" presetClass="entr" presetSubtype="21" fill="hold" nodeType="with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barn(inVertical)">
                                      <p:cBhvr>
                                        <p:cTn id="20" dur="500"/>
                                        <p:tgtEl>
                                          <p:spTgt spid="35"/>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43"/>
                                        </p:tgtEl>
                                        <p:attrNameLst>
                                          <p:attrName>style.visibility</p:attrName>
                                        </p:attrNameLst>
                                      </p:cBhvr>
                                      <p:to>
                                        <p:strVal val="visible"/>
                                      </p:to>
                                    </p:set>
                                    <p:animEffect transition="in" filter="barn(inVertical)">
                                      <p:cBhvr>
                                        <p:cTn id="25" dur="500"/>
                                        <p:tgtEl>
                                          <p:spTgt spid="43"/>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barn(inVertical)">
                                      <p:cBhvr>
                                        <p:cTn id="30" dur="500"/>
                                        <p:tgtEl>
                                          <p:spTgt spid="24"/>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63"/>
                                        </p:tgtEl>
                                        <p:attrNameLst>
                                          <p:attrName>style.visibility</p:attrName>
                                        </p:attrNameLst>
                                      </p:cBhvr>
                                      <p:to>
                                        <p:strVal val="visible"/>
                                      </p:to>
                                    </p:set>
                                    <p:animEffect transition="in" filter="barn(inVertical)">
                                      <p:cBhvr>
                                        <p:cTn id="35" dur="500"/>
                                        <p:tgtEl>
                                          <p:spTgt spid="63"/>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grpId="0" nodeType="clickEffect">
                                  <p:stCondLst>
                                    <p:cond delay="0"/>
                                  </p:stCondLst>
                                  <p:childTnLst>
                                    <p:set>
                                      <p:cBhvr>
                                        <p:cTn id="39" dur="1" fill="hold">
                                          <p:stCondLst>
                                            <p:cond delay="0"/>
                                          </p:stCondLst>
                                        </p:cTn>
                                        <p:tgtEl>
                                          <p:spTgt spid="66"/>
                                        </p:tgtEl>
                                        <p:attrNameLst>
                                          <p:attrName>style.visibility</p:attrName>
                                        </p:attrNameLst>
                                      </p:cBhvr>
                                      <p:to>
                                        <p:strVal val="visible"/>
                                      </p:to>
                                    </p:set>
                                    <p:animEffect transition="in" filter="barn(inVertical)">
                                      <p:cBhvr>
                                        <p:cTn id="40" dur="500"/>
                                        <p:tgtEl>
                                          <p:spTgt spid="66"/>
                                        </p:tgtEl>
                                      </p:cBhvr>
                                    </p:animEffect>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nodeType="clickEffect">
                                  <p:stCondLst>
                                    <p:cond delay="0"/>
                                  </p:stCondLst>
                                  <p:childTnLst>
                                    <p:set>
                                      <p:cBhvr>
                                        <p:cTn id="44" dur="1" fill="hold">
                                          <p:stCondLst>
                                            <p:cond delay="0"/>
                                          </p:stCondLst>
                                        </p:cTn>
                                        <p:tgtEl>
                                          <p:spTgt spid="67"/>
                                        </p:tgtEl>
                                        <p:attrNameLst>
                                          <p:attrName>style.visibility</p:attrName>
                                        </p:attrNameLst>
                                      </p:cBhvr>
                                      <p:to>
                                        <p:strVal val="visible"/>
                                      </p:to>
                                    </p:set>
                                    <p:animEffect transition="in" filter="barn(inVertical)">
                                      <p:cBhvr>
                                        <p:cTn id="45"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43" grpId="0" animBg="1"/>
      <p:bldP spid="6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519" name="Google Shape;519;p38"/>
          <p:cNvSpPr txBox="1"/>
          <p:nvPr/>
        </p:nvSpPr>
        <p:spPr>
          <a:xfrm>
            <a:off x="7062300" y="212749"/>
            <a:ext cx="1367400" cy="300900"/>
          </a:xfrm>
          <a:prstGeom prst="rect">
            <a:avLst/>
          </a:prstGeom>
          <a:noFill/>
          <a:ln>
            <a:noFill/>
          </a:ln>
        </p:spPr>
        <p:txBody>
          <a:bodyPr spcFirstLastPara="1" wrap="square" lIns="91425" tIns="91425" rIns="0" bIns="91425" anchor="ctr" anchorCtr="0">
            <a:noAutofit/>
          </a:bodyPr>
          <a:lstStyle/>
          <a:p>
            <a:pPr marL="0" lvl="0" indent="0" algn="r" rtl="0">
              <a:spcBef>
                <a:spcPts val="0"/>
              </a:spcBef>
              <a:spcAft>
                <a:spcPts val="0"/>
              </a:spcAft>
              <a:buNone/>
            </a:pPr>
            <a:r>
              <a:rPr lang="en">
                <a:solidFill>
                  <a:schemeClr val="lt2"/>
                </a:solidFill>
                <a:latin typeface="Bebas Neue"/>
                <a:ea typeface="Bebas Neue"/>
                <a:cs typeface="Bebas Neue"/>
                <a:sym typeface="Bebas Neue"/>
              </a:rPr>
              <a:t>Data ANALYSIS</a:t>
            </a:r>
            <a:endParaRPr>
              <a:solidFill>
                <a:schemeClr val="lt2"/>
              </a:solidFill>
            </a:endParaRPr>
          </a:p>
        </p:txBody>
      </p:sp>
      <p:sp>
        <p:nvSpPr>
          <p:cNvPr id="522" name="Google Shape;522;p38">
            <a:hlinkClick r:id="rId3" action="ppaction://hlinksldjump"/>
          </p:cNvPr>
          <p:cNvSpPr txBox="1"/>
          <p:nvPr/>
        </p:nvSpPr>
        <p:spPr>
          <a:xfrm>
            <a:off x="92245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MENU</a:t>
            </a:r>
            <a:endParaRPr sz="1000">
              <a:solidFill>
                <a:schemeClr val="dk1"/>
              </a:solidFill>
              <a:latin typeface="Bebas Neue"/>
              <a:ea typeface="Bebas Neue"/>
              <a:cs typeface="Bebas Neue"/>
              <a:sym typeface="Bebas Neue"/>
            </a:endParaRPr>
          </a:p>
        </p:txBody>
      </p:sp>
      <p:sp>
        <p:nvSpPr>
          <p:cNvPr id="523" name="Google Shape;523;p38">
            <a:hlinkClick r:id="" action="ppaction://noaction"/>
          </p:cNvPr>
          <p:cNvSpPr txBox="1"/>
          <p:nvPr/>
        </p:nvSpPr>
        <p:spPr>
          <a:xfrm>
            <a:off x="151793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ANALYSIS</a:t>
            </a:r>
            <a:endParaRPr sz="1000">
              <a:solidFill>
                <a:schemeClr val="dk1"/>
              </a:solidFill>
              <a:latin typeface="Bebas Neue"/>
              <a:ea typeface="Bebas Neue"/>
              <a:cs typeface="Bebas Neue"/>
              <a:sym typeface="Bebas Neue"/>
            </a:endParaRPr>
          </a:p>
        </p:txBody>
      </p:sp>
      <p:sp>
        <p:nvSpPr>
          <p:cNvPr id="524" name="Google Shape;524;p38">
            <a:hlinkClick r:id="" action="ppaction://noaction"/>
          </p:cNvPr>
          <p:cNvSpPr txBox="1"/>
          <p:nvPr/>
        </p:nvSpPr>
        <p:spPr>
          <a:xfrm>
            <a:off x="211341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CONTACT</a:t>
            </a:r>
            <a:endParaRPr sz="1000">
              <a:solidFill>
                <a:schemeClr val="dk1"/>
              </a:solidFill>
              <a:latin typeface="Bebas Neue"/>
              <a:ea typeface="Bebas Neue"/>
              <a:cs typeface="Bebas Neue"/>
              <a:sym typeface="Bebas Neue"/>
            </a:endParaRPr>
          </a:p>
        </p:txBody>
      </p:sp>
      <p:grpSp>
        <p:nvGrpSpPr>
          <p:cNvPr id="525" name="Google Shape;525;p38"/>
          <p:cNvGrpSpPr/>
          <p:nvPr/>
        </p:nvGrpSpPr>
        <p:grpSpPr>
          <a:xfrm>
            <a:off x="706038" y="312972"/>
            <a:ext cx="140222" cy="140409"/>
            <a:chOff x="2741000" y="199475"/>
            <a:chExt cx="191953" cy="192210"/>
          </a:xfrm>
        </p:grpSpPr>
        <p:sp>
          <p:nvSpPr>
            <p:cNvPr id="526" name="Google Shape;526;p38"/>
            <p:cNvSpPr/>
            <p:nvPr/>
          </p:nvSpPr>
          <p:spPr>
            <a:xfrm>
              <a:off x="2741000"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8"/>
            <p:cNvSpPr/>
            <p:nvPr/>
          </p:nvSpPr>
          <p:spPr>
            <a:xfrm>
              <a:off x="2741000"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8"/>
            <p:cNvSpPr/>
            <p:nvPr/>
          </p:nvSpPr>
          <p:spPr>
            <a:xfrm>
              <a:off x="2741000"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8"/>
            <p:cNvSpPr/>
            <p:nvPr/>
          </p:nvSpPr>
          <p:spPr>
            <a:xfrm>
              <a:off x="2815215"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8"/>
            <p:cNvSpPr/>
            <p:nvPr/>
          </p:nvSpPr>
          <p:spPr>
            <a:xfrm>
              <a:off x="2815215"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8"/>
            <p:cNvSpPr/>
            <p:nvPr/>
          </p:nvSpPr>
          <p:spPr>
            <a:xfrm>
              <a:off x="2815215"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8"/>
            <p:cNvSpPr/>
            <p:nvPr/>
          </p:nvSpPr>
          <p:spPr>
            <a:xfrm>
              <a:off x="2889453"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8"/>
            <p:cNvSpPr/>
            <p:nvPr/>
          </p:nvSpPr>
          <p:spPr>
            <a:xfrm>
              <a:off x="2889453"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8"/>
            <p:cNvSpPr/>
            <p:nvPr/>
          </p:nvSpPr>
          <p:spPr>
            <a:xfrm>
              <a:off x="2889453"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5" name="Google Shape;535;p38">
            <a:hlinkClick r:id="rId4" action="ppaction://hlinksldjump"/>
          </p:cNvPr>
          <p:cNvSpPr/>
          <p:nvPr/>
        </p:nvSpPr>
        <p:spPr>
          <a:xfrm>
            <a:off x="669500" y="276525"/>
            <a:ext cx="213300" cy="21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8"/>
          <p:cNvSpPr/>
          <p:nvPr/>
        </p:nvSpPr>
        <p:spPr>
          <a:xfrm>
            <a:off x="215504" y="1224087"/>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7" name="Image 66">
            <a:extLst>
              <a:ext uri="{FF2B5EF4-FFF2-40B4-BE49-F238E27FC236}">
                <a16:creationId xmlns:a16="http://schemas.microsoft.com/office/drawing/2014/main" id="{1C1E42DC-83C6-4465-B277-A5B7D75FC38A}"/>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25217" y1="19545" x2="25217" y2="19545"/>
                        <a14:foregroundMark x1="25217" y1="19545" x2="25217" y2="19545"/>
                        <a14:foregroundMark x1="29565" y1="15909" x2="29565" y2="15909"/>
                        <a14:foregroundMark x1="29565" y1="15909" x2="29565" y2="15909"/>
                        <a14:foregroundMark x1="29565" y1="15909" x2="29565" y2="15909"/>
                        <a14:foregroundMark x1="29565" y1="15909" x2="29565" y2="15909"/>
                        <a14:foregroundMark x1="29565" y1="15909" x2="29565" y2="15909"/>
                        <a14:foregroundMark x1="79130" y1="56818" x2="79130" y2="56818"/>
                        <a14:foregroundMark x1="79130" y1="56818" x2="79130" y2="56818"/>
                        <a14:foregroundMark x1="79130" y1="56818" x2="79130" y2="56818"/>
                        <a14:foregroundMark x1="79130" y1="40455" x2="79130" y2="40455"/>
                        <a14:foregroundMark x1="79130" y1="40455" x2="79130" y2="40455"/>
                        <a14:foregroundMark x1="73043" y1="18182" x2="73043" y2="18182"/>
                        <a14:foregroundMark x1="73043" y1="18182" x2="73043" y2="18182"/>
                        <a14:foregroundMark x1="67391" y1="14545" x2="67391" y2="14545"/>
                        <a14:foregroundMark x1="67391" y1="14545" x2="67391" y2="14545"/>
                        <a14:foregroundMark x1="64348" y1="21818" x2="64348" y2="21818"/>
                        <a14:foregroundMark x1="64348" y1="21818" x2="53913" y2="27273"/>
                        <a14:foregroundMark x1="53913" y1="27273" x2="53913" y2="27273"/>
                        <a14:foregroundMark x1="53913" y1="27273" x2="53913" y2="27273"/>
                        <a14:foregroundMark x1="50435" y1="31818" x2="50435" y2="31818"/>
                        <a14:foregroundMark x1="50435" y1="31818" x2="50435" y2="31818"/>
                        <a14:foregroundMark x1="49565" y1="37727" x2="49565" y2="37727"/>
                        <a14:foregroundMark x1="49565" y1="37727" x2="49565" y2="37727"/>
                        <a14:foregroundMark x1="33913" y1="38182" x2="33913" y2="38182"/>
                        <a14:foregroundMark x1="33913" y1="38182" x2="33913" y2="38182"/>
                        <a14:foregroundMark x1="33913" y1="38182" x2="33913" y2="38182"/>
                        <a14:foregroundMark x1="33913" y1="38182" x2="33913" y2="38182"/>
                        <a14:foregroundMark x1="33913" y1="38182" x2="27826" y2="39545"/>
                        <a14:foregroundMark x1="27826" y1="39545" x2="27826" y2="39545"/>
                        <a14:foregroundMark x1="27826" y1="39545" x2="25217" y2="40455"/>
                        <a14:foregroundMark x1="25217" y1="40455" x2="16957" y2="41818"/>
                        <a14:foregroundMark x1="16957" y1="41818" x2="10435" y2="43636"/>
                        <a14:foregroundMark x1="13043" y1="44091" x2="71304" y2="56364"/>
                        <a14:foregroundMark x1="47391" y1="77273" x2="53913" y2="22727"/>
                        <a14:foregroundMark x1="29130" y1="79545" x2="37391" y2="24545"/>
                        <a14:foregroundMark x1="15652" y1="71364" x2="71304" y2="41818"/>
                        <a14:foregroundMark x1="71304" y1="41818" x2="71304" y2="41818"/>
                        <a14:foregroundMark x1="79130" y1="36364" x2="24348" y2="35909"/>
                        <a14:foregroundMark x1="56522" y1="15000" x2="56522" y2="15000"/>
                        <a14:foregroundMark x1="56522" y1="15000" x2="56522" y2="15000"/>
                        <a14:foregroundMark x1="49565" y1="14091" x2="49565" y2="14091"/>
                        <a14:foregroundMark x1="49565" y1="14091" x2="49565" y2="14091"/>
                      </a14:backgroundRemoval>
                    </a14:imgEffect>
                  </a14:imgLayer>
                </a14:imgProps>
              </a:ext>
            </a:extLst>
          </a:blip>
          <a:stretch>
            <a:fillRect/>
          </a:stretch>
        </p:blipFill>
        <p:spPr>
          <a:xfrm>
            <a:off x="289673" y="1599066"/>
            <a:ext cx="1733870" cy="1658484"/>
          </a:xfrm>
          <a:prstGeom prst="rect">
            <a:avLst/>
          </a:prstGeom>
        </p:spPr>
      </p:pic>
      <p:pic>
        <p:nvPicPr>
          <p:cNvPr id="18" name="Image 17">
            <a:extLst>
              <a:ext uri="{FF2B5EF4-FFF2-40B4-BE49-F238E27FC236}">
                <a16:creationId xmlns:a16="http://schemas.microsoft.com/office/drawing/2014/main" id="{07428E99-BB86-4E12-8AC7-F04F81630B4B}"/>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foregroundMark x1="70556" y1="47778" x2="70556" y2="47778"/>
                        <a14:foregroundMark x1="70556" y1="47778" x2="70556" y2="47778"/>
                        <a14:foregroundMark x1="70556" y1="47778" x2="70556" y2="47778"/>
                        <a14:foregroundMark x1="70556" y1="47778" x2="70556" y2="47778"/>
                        <a14:foregroundMark x1="70556" y1="47778" x2="70556" y2="47778"/>
                        <a14:foregroundMark x1="70556" y1="47778" x2="70556" y2="47778"/>
                        <a14:foregroundMark x1="70556" y1="47778" x2="70556" y2="47778"/>
                        <a14:foregroundMark x1="70556" y1="47778" x2="70556" y2="47778"/>
                        <a14:foregroundMark x1="70556" y1="47778" x2="70556" y2="47778"/>
                        <a14:foregroundMark x1="58333" y1="29444" x2="58333" y2="29444"/>
                        <a14:foregroundMark x1="58333" y1="29444" x2="58333" y2="29444"/>
                        <a14:foregroundMark x1="58333" y1="29444" x2="58333" y2="29444"/>
                        <a14:foregroundMark x1="58333" y1="29444" x2="75000" y2="48889"/>
                        <a14:foregroundMark x1="75000" y1="47778" x2="52778" y2="71111"/>
                        <a14:foregroundMark x1="71667" y1="52222" x2="16667" y2="48889"/>
                      </a14:backgroundRemoval>
                    </a14:imgEffect>
                  </a14:imgLayer>
                </a14:imgProps>
              </a:ext>
            </a:extLst>
          </a:blip>
          <a:stretch>
            <a:fillRect/>
          </a:stretch>
        </p:blipFill>
        <p:spPr>
          <a:xfrm rot="20447852">
            <a:off x="1969729" y="1299600"/>
            <a:ext cx="1049133" cy="1049133"/>
          </a:xfrm>
          <a:prstGeom prst="rect">
            <a:avLst/>
          </a:prstGeom>
        </p:spPr>
      </p:pic>
      <p:pic>
        <p:nvPicPr>
          <p:cNvPr id="61" name="Image 60">
            <a:extLst>
              <a:ext uri="{FF2B5EF4-FFF2-40B4-BE49-F238E27FC236}">
                <a16:creationId xmlns:a16="http://schemas.microsoft.com/office/drawing/2014/main" id="{CF68689C-4A83-451C-BEBB-061F4C681BA9}"/>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foregroundMark x1="70556" y1="47778" x2="70556" y2="47778"/>
                        <a14:foregroundMark x1="70556" y1="47778" x2="70556" y2="47778"/>
                        <a14:foregroundMark x1="70556" y1="47778" x2="70556" y2="47778"/>
                        <a14:foregroundMark x1="70556" y1="47778" x2="70556" y2="47778"/>
                        <a14:foregroundMark x1="70556" y1="47778" x2="70556" y2="47778"/>
                        <a14:foregroundMark x1="70556" y1="47778" x2="70556" y2="47778"/>
                        <a14:foregroundMark x1="70556" y1="47778" x2="70556" y2="47778"/>
                        <a14:foregroundMark x1="70556" y1="47778" x2="70556" y2="47778"/>
                        <a14:foregroundMark x1="70556" y1="47778" x2="70556" y2="47778"/>
                        <a14:foregroundMark x1="58333" y1="29444" x2="58333" y2="29444"/>
                        <a14:foregroundMark x1="58333" y1="29444" x2="58333" y2="29444"/>
                        <a14:foregroundMark x1="58333" y1="29444" x2="58333" y2="29444"/>
                        <a14:foregroundMark x1="58333" y1="29444" x2="75000" y2="48889"/>
                        <a14:foregroundMark x1="75000" y1="47778" x2="52778" y2="71111"/>
                        <a14:foregroundMark x1="71667" y1="52222" x2="16667" y2="48889"/>
                      </a14:backgroundRemoval>
                    </a14:imgEffect>
                  </a14:imgLayer>
                </a14:imgProps>
              </a:ext>
            </a:extLst>
          </a:blip>
          <a:stretch>
            <a:fillRect/>
          </a:stretch>
        </p:blipFill>
        <p:spPr>
          <a:xfrm rot="2332471">
            <a:off x="1892287" y="2606034"/>
            <a:ext cx="1049133" cy="1049133"/>
          </a:xfrm>
          <a:prstGeom prst="rect">
            <a:avLst/>
          </a:prstGeom>
        </p:spPr>
      </p:pic>
      <p:pic>
        <p:nvPicPr>
          <p:cNvPr id="22" name="Image 21">
            <a:extLst>
              <a:ext uri="{FF2B5EF4-FFF2-40B4-BE49-F238E27FC236}">
                <a16:creationId xmlns:a16="http://schemas.microsoft.com/office/drawing/2014/main" id="{6EBDF21B-A80F-4D1F-9823-94F44D85C45E}"/>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7111" b="94667" l="4889" r="92889">
                        <a14:foregroundMark x1="50222" y1="33333" x2="50222" y2="33333"/>
                        <a14:foregroundMark x1="50222" y1="33333" x2="50222" y2="33333"/>
                        <a14:foregroundMark x1="50222" y1="33333" x2="50222" y2="33333"/>
                        <a14:foregroundMark x1="50222" y1="33333" x2="68000" y2="64889"/>
                        <a14:foregroundMark x1="68000" y1="64889" x2="68000" y2="64889"/>
                        <a14:foregroundMark x1="68000" y1="64889" x2="68000" y2="64889"/>
                        <a14:foregroundMark x1="84000" y1="53333" x2="84000" y2="53333"/>
                        <a14:foregroundMark x1="84000" y1="53333" x2="84000" y2="53333"/>
                        <a14:foregroundMark x1="84000" y1="53333" x2="84000" y2="53333"/>
                        <a14:foregroundMark x1="92889" y1="68444" x2="92889" y2="68444"/>
                        <a14:foregroundMark x1="92889" y1="68444" x2="92889" y2="68444"/>
                        <a14:foregroundMark x1="54667" y1="91111" x2="54667" y2="91111"/>
                        <a14:foregroundMark x1="54667" y1="91111" x2="54667" y2="91111"/>
                        <a14:foregroundMark x1="49778" y1="95111" x2="49778" y2="95111"/>
                        <a14:foregroundMark x1="49778" y1="95111" x2="10222" y2="63556"/>
                        <a14:foregroundMark x1="4889" y1="66222" x2="4889" y2="66222"/>
                        <a14:foregroundMark x1="4889" y1="66222" x2="4889" y2="66222"/>
                        <a14:foregroundMark x1="59556" y1="7111" x2="59556" y2="7111"/>
                      </a14:backgroundRemoval>
                    </a14:imgEffect>
                  </a14:imgLayer>
                </a14:imgProps>
              </a:ext>
            </a:extLst>
          </a:blip>
          <a:stretch>
            <a:fillRect/>
          </a:stretch>
        </p:blipFill>
        <p:spPr>
          <a:xfrm>
            <a:off x="6140611" y="1599066"/>
            <a:ext cx="2143125" cy="2143125"/>
          </a:xfrm>
          <a:prstGeom prst="rect">
            <a:avLst/>
          </a:prstGeom>
        </p:spPr>
      </p:pic>
      <p:pic>
        <p:nvPicPr>
          <p:cNvPr id="64" name="Image 63">
            <a:extLst>
              <a:ext uri="{FF2B5EF4-FFF2-40B4-BE49-F238E27FC236}">
                <a16:creationId xmlns:a16="http://schemas.microsoft.com/office/drawing/2014/main" id="{25A22D2D-C7FC-4A6C-836A-DC781EDCA333}"/>
              </a:ext>
            </a:extLst>
          </p:cNvPr>
          <p:cNvPicPr>
            <a:picLocks noChangeAspect="1"/>
          </p:cNvPicPr>
          <p:nvPr/>
        </p:nvPicPr>
        <p:blipFill>
          <a:blip r:embed="rId11">
            <a:extLst>
              <a:ext uri="{BEBA8EAE-BF5A-486C-A8C5-ECC9F3942E4B}">
                <a14:imgProps xmlns:a14="http://schemas.microsoft.com/office/drawing/2010/main">
                  <a14:imgLayer r:embed="rId12">
                    <a14:imgEffect>
                      <a14:backgroundRemoval t="1932" b="89372" l="5350" r="92593">
                        <a14:foregroundMark x1="12757" y1="8213" x2="12757" y2="8213"/>
                        <a14:foregroundMark x1="12757" y1="8213" x2="12757" y2="8213"/>
                        <a14:foregroundMark x1="11523" y1="6280" x2="11523" y2="6280"/>
                        <a14:foregroundMark x1="11523" y1="6280" x2="11523" y2="6280"/>
                        <a14:foregroundMark x1="8642" y1="8696" x2="8642" y2="8696"/>
                        <a14:foregroundMark x1="8642" y1="8696" x2="8642" y2="8696"/>
                        <a14:foregroundMark x1="12346" y1="11594" x2="12346" y2="11594"/>
                        <a14:foregroundMark x1="12346" y1="11594" x2="12346" y2="11594"/>
                        <a14:foregroundMark x1="5350" y1="9179" x2="5350" y2="9179"/>
                        <a14:foregroundMark x1="5350" y1="9179" x2="5350" y2="9179"/>
                        <a14:foregroundMark x1="12757" y1="15459" x2="12757" y2="15459"/>
                        <a14:foregroundMark x1="12757" y1="15459" x2="12757" y2="15459"/>
                        <a14:foregroundMark x1="9877" y1="14010" x2="9877" y2="14010"/>
                        <a14:foregroundMark x1="9877" y1="14010" x2="9877" y2="14010"/>
                        <a14:foregroundMark x1="15638" y1="35749" x2="15638" y2="35749"/>
                        <a14:foregroundMark x1="15638" y1="35749" x2="15638" y2="35749"/>
                        <a14:foregroundMark x1="28395" y1="21739" x2="28395" y2="21739"/>
                        <a14:foregroundMark x1="28395" y1="21739" x2="28395" y2="21739"/>
                        <a14:foregroundMark x1="30041" y1="19324" x2="30041" y2="19324"/>
                        <a14:foregroundMark x1="30041" y1="19324" x2="30041" y2="19324"/>
                        <a14:foregroundMark x1="28395" y1="22705" x2="28395" y2="22705"/>
                        <a14:foregroundMark x1="28395" y1="22705" x2="28395" y2="22705"/>
                        <a14:foregroundMark x1="29218" y1="22222" x2="29218" y2="22222"/>
                        <a14:foregroundMark x1="29218" y1="22222" x2="31276" y2="18357"/>
                        <a14:foregroundMark x1="31276" y1="18357" x2="31276" y2="18357"/>
                        <a14:foregroundMark x1="31276" y1="18357" x2="31276" y2="18357"/>
                        <a14:foregroundMark x1="32099" y1="16425" x2="32099" y2="16425"/>
                        <a14:foregroundMark x1="26749" y1="13527" x2="26749" y2="13527"/>
                        <a14:foregroundMark x1="26749" y1="13527" x2="26749" y2="13527"/>
                        <a14:foregroundMark x1="26337" y1="14976" x2="26337" y2="14976"/>
                        <a14:foregroundMark x1="26337" y1="14976" x2="26337" y2="14976"/>
                        <a14:foregroundMark x1="53498" y1="20290" x2="53498" y2="20290"/>
                        <a14:foregroundMark x1="53498" y1="20290" x2="53498" y2="20290"/>
                        <a14:foregroundMark x1="59259" y1="20773" x2="59259" y2="20773"/>
                        <a14:foregroundMark x1="59259" y1="20773" x2="59259" y2="20773"/>
                        <a14:foregroundMark x1="47737" y1="25604" x2="47737" y2="25604"/>
                        <a14:foregroundMark x1="47737" y1="25604" x2="47737" y2="25604"/>
                        <a14:foregroundMark x1="43621" y1="23671" x2="43621" y2="23671"/>
                        <a14:foregroundMark x1="43621" y1="23671" x2="43621" y2="23671"/>
                        <a14:foregroundMark x1="48971" y1="30435" x2="48971" y2="30435"/>
                        <a14:foregroundMark x1="48971" y1="30435" x2="48971" y2="30435"/>
                        <a14:foregroundMark x1="45267" y1="16425" x2="45267" y2="16425"/>
                        <a14:foregroundMark x1="45267" y1="16425" x2="45267" y2="16425"/>
                        <a14:foregroundMark x1="39918" y1="2415" x2="39918" y2="2415"/>
                        <a14:foregroundMark x1="39918" y1="2415" x2="39918" y2="2415"/>
                        <a14:foregroundMark x1="66667" y1="7246" x2="66667" y2="7246"/>
                        <a14:foregroundMark x1="66667" y1="7246" x2="66667" y2="7246"/>
                        <a14:foregroundMark x1="74486" y1="5314" x2="74486" y2="5314"/>
                        <a14:foregroundMark x1="74486" y1="5314" x2="74486" y2="5314"/>
                        <a14:foregroundMark x1="79424" y1="8696" x2="79424" y2="8696"/>
                        <a14:foregroundMark x1="79424" y1="8696" x2="79424" y2="8696"/>
                        <a14:foregroundMark x1="82305" y1="12560" x2="82305" y2="12560"/>
                        <a14:foregroundMark x1="82305" y1="12560" x2="82305" y2="12560"/>
                        <a14:foregroundMark x1="83128" y1="15942" x2="83128" y2="15942"/>
                        <a14:foregroundMark x1="83128" y1="15942" x2="83128" y2="15942"/>
                        <a14:foregroundMark x1="80658" y1="17874" x2="80658" y2="17874"/>
                        <a14:foregroundMark x1="80658" y1="17874" x2="80658" y2="17874"/>
                        <a14:foregroundMark x1="87243" y1="10628" x2="87243" y2="10628"/>
                        <a14:foregroundMark x1="87243" y1="10628" x2="87243" y2="10628"/>
                        <a14:foregroundMark x1="92593" y1="15459" x2="92593" y2="15459"/>
                        <a14:foregroundMark x1="92593" y1="15459" x2="92593" y2="15459"/>
                        <a14:foregroundMark x1="87243" y1="18357" x2="87243" y2="18357"/>
                        <a14:foregroundMark x1="87243" y1="18357" x2="87243" y2="18357"/>
                        <a14:foregroundMark x1="83951" y1="12560" x2="83951" y2="12560"/>
                        <a14:foregroundMark x1="83951" y1="12560" x2="83951" y2="12560"/>
                        <a14:foregroundMark x1="89712" y1="10145" x2="89712" y2="10145"/>
                        <a14:foregroundMark x1="80247" y1="19807" x2="80247" y2="19807"/>
                        <a14:foregroundMark x1="75309" y1="15459" x2="75309" y2="15459"/>
                        <a14:foregroundMark x1="75309" y1="15459" x2="75309" y2="15459"/>
                        <a14:foregroundMark x1="75309" y1="15459" x2="75309" y2="15459"/>
                        <a14:foregroundMark x1="75309" y1="15459" x2="75309" y2="15459"/>
                        <a14:foregroundMark x1="75309" y1="15459" x2="75309" y2="15459"/>
                        <a14:foregroundMark x1="68313" y1="15942" x2="68313" y2="15942"/>
                        <a14:foregroundMark x1="68313" y1="15942" x2="68313" y2="15942"/>
                        <a14:foregroundMark x1="71605" y1="28019" x2="71605" y2="28019"/>
                        <a14:foregroundMark x1="71605" y1="28019" x2="71605" y2="28019"/>
                        <a14:foregroundMark x1="75309" y1="27536" x2="78601" y2="28986"/>
                        <a14:foregroundMark x1="80247" y1="39614" x2="80247" y2="39614"/>
                        <a14:foregroundMark x1="80247" y1="39614" x2="80247" y2="39614"/>
                        <a14:foregroundMark x1="81893" y1="36715" x2="81893" y2="36715"/>
                        <a14:foregroundMark x1="81893" y1="36715" x2="81893" y2="36715"/>
                        <a14:foregroundMark x1="81893" y1="36715" x2="81893" y2="36715"/>
                        <a14:foregroundMark x1="79012" y1="34783" x2="79012" y2="34783"/>
                        <a14:foregroundMark x1="79012" y1="34783" x2="79012" y2="34783"/>
                        <a14:foregroundMark x1="79012" y1="34783" x2="79012" y2="34783"/>
                        <a14:foregroundMark x1="79012" y1="34783" x2="79012" y2="34783"/>
                        <a14:foregroundMark x1="79012" y1="34783" x2="79012" y2="34783"/>
                        <a14:foregroundMark x1="79012" y1="34783" x2="79012" y2="34783"/>
                        <a14:foregroundMark x1="62963" y1="46860" x2="62963" y2="46860"/>
                        <a14:foregroundMark x1="62963" y1="46860" x2="62963" y2="46860"/>
                        <a14:foregroundMark x1="62963" y1="46860" x2="68724" y2="41546"/>
                        <a14:foregroundMark x1="67078" y1="37198" x2="67078" y2="37198"/>
                        <a14:foregroundMark x1="67078" y1="37198" x2="67078" y2="37198"/>
                        <a14:foregroundMark x1="61728" y1="48309" x2="61728" y2="48309"/>
                        <a14:foregroundMark x1="61728" y1="48309" x2="61728" y2="48309"/>
                        <a14:foregroundMark x1="61728" y1="48309" x2="61728" y2="48309"/>
                        <a14:foregroundMark x1="61728" y1="48309" x2="61728" y2="48309"/>
                        <a14:foregroundMark x1="61728" y1="48309" x2="59259" y2="49275"/>
                        <a14:foregroundMark x1="59259" y1="49275" x2="59259" y2="49275"/>
                        <a14:foregroundMark x1="59259" y1="49275" x2="59259" y2="49275"/>
                        <a14:foregroundMark x1="37037" y1="36232" x2="37037" y2="36232"/>
                        <a14:foregroundMark x1="37037" y1="36232" x2="37037" y2="36232"/>
                        <a14:foregroundMark x1="32922" y1="36715" x2="32922" y2="36715"/>
                        <a14:foregroundMark x1="32922" y1="36715" x2="32922" y2="36715"/>
                        <a14:foregroundMark x1="25103" y1="35749" x2="25103" y2="35749"/>
                        <a14:foregroundMark x1="45679" y1="30435" x2="45679" y2="30435"/>
                        <a14:foregroundMark x1="45679" y1="30435" x2="45679" y2="30435"/>
                        <a14:backgroundMark x1="2058" y1="36232" x2="2058" y2="36232"/>
                      </a14:backgroundRemoval>
                    </a14:imgEffect>
                  </a14:imgLayer>
                </a14:imgProps>
              </a:ext>
            </a:extLst>
          </a:blip>
          <a:stretch>
            <a:fillRect/>
          </a:stretch>
        </p:blipFill>
        <p:spPr>
          <a:xfrm>
            <a:off x="3069738" y="624008"/>
            <a:ext cx="1408881" cy="1200158"/>
          </a:xfrm>
          <a:prstGeom prst="rect">
            <a:avLst/>
          </a:prstGeom>
        </p:spPr>
      </p:pic>
      <p:sp>
        <p:nvSpPr>
          <p:cNvPr id="65" name="ZoneTexte 64">
            <a:extLst>
              <a:ext uri="{FF2B5EF4-FFF2-40B4-BE49-F238E27FC236}">
                <a16:creationId xmlns:a16="http://schemas.microsoft.com/office/drawing/2014/main" id="{108A0827-2D6D-451B-8EBB-10B3BCE3817A}"/>
              </a:ext>
            </a:extLst>
          </p:cNvPr>
          <p:cNvSpPr txBox="1"/>
          <p:nvPr/>
        </p:nvSpPr>
        <p:spPr>
          <a:xfrm>
            <a:off x="3350317" y="1670277"/>
            <a:ext cx="1019175" cy="307777"/>
          </a:xfrm>
          <a:prstGeom prst="rect">
            <a:avLst/>
          </a:prstGeom>
          <a:noFill/>
        </p:spPr>
        <p:txBody>
          <a:bodyPr wrap="square">
            <a:spAutoFit/>
          </a:bodyPr>
          <a:lstStyle/>
          <a:p>
            <a:pPr marL="0" lvl="0" indent="0" algn="l" rtl="0">
              <a:spcBef>
                <a:spcPts val="0"/>
              </a:spcBef>
              <a:spcAft>
                <a:spcPts val="0"/>
              </a:spcAft>
              <a:buNone/>
            </a:pPr>
            <a:r>
              <a:rPr lang="en-US" dirty="0" err="1">
                <a:solidFill>
                  <a:schemeClr val="dk1"/>
                </a:solidFill>
                <a:latin typeface="Arimo"/>
                <a:ea typeface="Arimo"/>
                <a:cs typeface="Arimo"/>
                <a:sym typeface="Arimo"/>
              </a:rPr>
              <a:t>Collecter</a:t>
            </a:r>
            <a:endParaRPr lang="en-US" dirty="0">
              <a:solidFill>
                <a:schemeClr val="dk1"/>
              </a:solidFill>
              <a:latin typeface="Arimo"/>
              <a:ea typeface="Arimo"/>
              <a:cs typeface="Arimo"/>
              <a:sym typeface="Arimo"/>
            </a:endParaRPr>
          </a:p>
        </p:txBody>
      </p:sp>
      <p:pic>
        <p:nvPicPr>
          <p:cNvPr id="68" name="Image 67">
            <a:extLst>
              <a:ext uri="{FF2B5EF4-FFF2-40B4-BE49-F238E27FC236}">
                <a16:creationId xmlns:a16="http://schemas.microsoft.com/office/drawing/2014/main" id="{B73A3464-9B3D-4407-A791-3C10C03ACF7D}"/>
              </a:ext>
            </a:extLst>
          </p:cNvPr>
          <p:cNvPicPr>
            <a:picLocks noChangeAspect="1"/>
          </p:cNvPicPr>
          <p:nvPr/>
        </p:nvPicPr>
        <p:blipFill>
          <a:blip r:embed="rId13">
            <a:extLst>
              <a:ext uri="{BEBA8EAE-BF5A-486C-A8C5-ECC9F3942E4B}">
                <a14:imgProps xmlns:a14="http://schemas.microsoft.com/office/drawing/2010/main">
                  <a14:imgLayer r:embed="rId14">
                    <a14:imgEffect>
                      <a14:backgroundRemoval t="10000" b="90000" l="10000" r="90000">
                        <a14:foregroundMark x1="57778" y1="30667" x2="57778" y2="30667"/>
                        <a14:foregroundMark x1="57778" y1="30667" x2="57778" y2="30667"/>
                        <a14:foregroundMark x1="60000" y1="35556" x2="60000" y2="35556"/>
                        <a14:foregroundMark x1="58667" y1="37333" x2="58667" y2="37333"/>
                        <a14:foregroundMark x1="42222" y1="24444" x2="42222" y2="24444"/>
                        <a14:foregroundMark x1="42222" y1="24444" x2="42222" y2="24444"/>
                        <a14:foregroundMark x1="76000" y1="20000" x2="76000" y2="20000"/>
                        <a14:foregroundMark x1="76000" y1="20000" x2="76000" y2="20000"/>
                        <a14:foregroundMark x1="79111" y1="23111" x2="79111" y2="23111"/>
                        <a14:foregroundMark x1="79111" y1="23111" x2="79111" y2="23111"/>
                        <a14:foregroundMark x1="61778" y1="36000" x2="61778" y2="36000"/>
                        <a14:foregroundMark x1="61778" y1="36000" x2="61778" y2="36000"/>
                      </a14:backgroundRemoval>
                    </a14:imgEffect>
                  </a14:imgLayer>
                </a14:imgProps>
              </a:ext>
            </a:extLst>
          </a:blip>
          <a:stretch>
            <a:fillRect/>
          </a:stretch>
        </p:blipFill>
        <p:spPr>
          <a:xfrm>
            <a:off x="3231254" y="1925884"/>
            <a:ext cx="1138238" cy="1138238"/>
          </a:xfrm>
          <a:prstGeom prst="rect">
            <a:avLst/>
          </a:prstGeom>
        </p:spPr>
      </p:pic>
      <p:sp>
        <p:nvSpPr>
          <p:cNvPr id="69" name="ZoneTexte 68">
            <a:extLst>
              <a:ext uri="{FF2B5EF4-FFF2-40B4-BE49-F238E27FC236}">
                <a16:creationId xmlns:a16="http://schemas.microsoft.com/office/drawing/2014/main" id="{3C51175E-D77E-4FAE-A392-D6DC266EEBE8}"/>
              </a:ext>
            </a:extLst>
          </p:cNvPr>
          <p:cNvSpPr txBox="1"/>
          <p:nvPr/>
        </p:nvSpPr>
        <p:spPr>
          <a:xfrm>
            <a:off x="3376511" y="2935520"/>
            <a:ext cx="1019175" cy="307777"/>
          </a:xfrm>
          <a:prstGeom prst="rect">
            <a:avLst/>
          </a:prstGeom>
          <a:noFill/>
        </p:spPr>
        <p:txBody>
          <a:bodyPr wrap="square">
            <a:spAutoFit/>
          </a:bodyPr>
          <a:lstStyle/>
          <a:p>
            <a:pPr marL="0" lvl="0" indent="0" algn="l" rtl="0">
              <a:spcBef>
                <a:spcPts val="0"/>
              </a:spcBef>
              <a:spcAft>
                <a:spcPts val="0"/>
              </a:spcAft>
              <a:buNone/>
            </a:pPr>
            <a:r>
              <a:rPr lang="en-US" dirty="0" err="1">
                <a:solidFill>
                  <a:schemeClr val="dk1"/>
                </a:solidFill>
                <a:latin typeface="Arimo"/>
                <a:ea typeface="Arimo"/>
                <a:cs typeface="Arimo"/>
                <a:sym typeface="Arimo"/>
              </a:rPr>
              <a:t>Organiser</a:t>
            </a:r>
            <a:endParaRPr lang="en-US" dirty="0">
              <a:solidFill>
                <a:schemeClr val="dk1"/>
              </a:solidFill>
              <a:latin typeface="Arimo"/>
              <a:ea typeface="Arimo"/>
              <a:cs typeface="Arimo"/>
              <a:sym typeface="Arimo"/>
            </a:endParaRPr>
          </a:p>
        </p:txBody>
      </p:sp>
      <p:pic>
        <p:nvPicPr>
          <p:cNvPr id="70" name="Image 69">
            <a:extLst>
              <a:ext uri="{FF2B5EF4-FFF2-40B4-BE49-F238E27FC236}">
                <a16:creationId xmlns:a16="http://schemas.microsoft.com/office/drawing/2014/main" id="{3F3EB710-5AB9-4E0F-B706-7A831102C6F8}"/>
              </a:ext>
            </a:extLst>
          </p:cNvPr>
          <p:cNvPicPr>
            <a:picLocks noChangeAspect="1"/>
          </p:cNvPicPr>
          <p:nvPr/>
        </p:nvPicPr>
        <p:blipFill>
          <a:blip r:embed="rId15">
            <a:extLst>
              <a:ext uri="{BEBA8EAE-BF5A-486C-A8C5-ECC9F3942E4B}">
                <a14:imgProps xmlns:a14="http://schemas.microsoft.com/office/drawing/2010/main">
                  <a14:imgLayer r:embed="rId16">
                    <a14:imgEffect>
                      <a14:backgroundRemoval t="6047" b="95814" l="2137" r="94872">
                        <a14:foregroundMark x1="38462" y1="25581" x2="38462" y2="25581"/>
                        <a14:foregroundMark x1="38462" y1="25581" x2="38462" y2="25581"/>
                        <a14:foregroundMark x1="38462" y1="25581" x2="38462" y2="25581"/>
                        <a14:foregroundMark x1="38462" y1="25581" x2="38462" y2="25581"/>
                        <a14:foregroundMark x1="38462" y1="25581" x2="38462" y2="25581"/>
                        <a14:foregroundMark x1="38462" y1="25581" x2="38462" y2="25581"/>
                        <a14:foregroundMark x1="38462" y1="25581" x2="38462" y2="25581"/>
                        <a14:foregroundMark x1="38462" y1="25581" x2="66239" y2="53023"/>
                        <a14:foregroundMark x1="23932" y1="12558" x2="83761" y2="73488"/>
                        <a14:foregroundMark x1="84615" y1="45581" x2="84615" y2="45581"/>
                        <a14:foregroundMark x1="84615" y1="45581" x2="84615" y2="45581"/>
                        <a14:foregroundMark x1="73077" y1="55814" x2="73077" y2="55814"/>
                        <a14:foregroundMark x1="73077" y1="55814" x2="73077" y2="55814"/>
                        <a14:foregroundMark x1="56838" y1="67442" x2="56838" y2="67442"/>
                        <a14:foregroundMark x1="56838" y1="67442" x2="56838" y2="67442"/>
                        <a14:foregroundMark x1="49145" y1="76744" x2="49145" y2="76744"/>
                        <a14:foregroundMark x1="49145" y1="76744" x2="49145" y2="76744"/>
                        <a14:foregroundMark x1="49145" y1="76744" x2="49145" y2="76744"/>
                        <a14:foregroundMark x1="36752" y1="87442" x2="36752" y2="87442"/>
                        <a14:foregroundMark x1="36752" y1="87442" x2="36752" y2="87442"/>
                        <a14:foregroundMark x1="54274" y1="93023" x2="54274" y2="93023"/>
                        <a14:foregroundMark x1="54274" y1="93023" x2="54274" y2="93023"/>
                        <a14:foregroundMark x1="41453" y1="96744" x2="41453" y2="96744"/>
                        <a14:foregroundMark x1="41453" y1="96744" x2="41453" y2="96744"/>
                        <a14:foregroundMark x1="92735" y1="24651" x2="92735" y2="24651"/>
                        <a14:foregroundMark x1="92735" y1="24651" x2="92735" y2="24651"/>
                        <a14:foregroundMark x1="81624" y1="14884" x2="81624" y2="14884"/>
                        <a14:foregroundMark x1="81624" y1="14884" x2="81624" y2="14884"/>
                        <a14:foregroundMark x1="85470" y1="27907" x2="54274" y2="11163"/>
                        <a14:foregroundMark x1="85897" y1="11628" x2="85897" y2="11628"/>
                        <a14:foregroundMark x1="85897" y1="11628" x2="85897" y2="11628"/>
                        <a14:foregroundMark x1="83761" y1="10233" x2="83761" y2="10233"/>
                        <a14:foregroundMark x1="83761" y1="10233" x2="83761" y2="10233"/>
                        <a14:foregroundMark x1="77350" y1="6047" x2="77350" y2="6047"/>
                        <a14:foregroundMark x1="77350" y1="6047" x2="77350" y2="6047"/>
                        <a14:foregroundMark x1="95726" y1="22326" x2="95726" y2="22326"/>
                        <a14:foregroundMark x1="39316" y1="52093" x2="29915" y2="22326"/>
                        <a14:foregroundMark x1="16667" y1="35814" x2="16667" y2="35814"/>
                        <a14:foregroundMark x1="16667" y1="35814" x2="16667" y2="35814"/>
                        <a14:foregroundMark x1="16667" y1="30233" x2="35043" y2="50698"/>
                        <a14:foregroundMark x1="19231" y1="17209" x2="24786" y2="59535"/>
                        <a14:foregroundMark x1="13675" y1="17209" x2="18376" y2="70698"/>
                        <a14:foregroundMark x1="17949" y1="20930" x2="5556" y2="17674"/>
                        <a14:foregroundMark x1="2137" y1="16279" x2="2137" y2="16279"/>
                      </a14:backgroundRemoval>
                    </a14:imgEffect>
                  </a14:imgLayer>
                </a14:imgProps>
              </a:ext>
            </a:extLst>
          </a:blip>
          <a:stretch>
            <a:fillRect/>
          </a:stretch>
        </p:blipFill>
        <p:spPr>
          <a:xfrm>
            <a:off x="3376511" y="3316512"/>
            <a:ext cx="1019175" cy="936421"/>
          </a:xfrm>
          <a:prstGeom prst="rect">
            <a:avLst/>
          </a:prstGeom>
        </p:spPr>
      </p:pic>
      <p:sp>
        <p:nvSpPr>
          <p:cNvPr id="71" name="ZoneTexte 70">
            <a:extLst>
              <a:ext uri="{FF2B5EF4-FFF2-40B4-BE49-F238E27FC236}">
                <a16:creationId xmlns:a16="http://schemas.microsoft.com/office/drawing/2014/main" id="{7BF011A9-4E9D-4DAA-AD60-596B8180654A}"/>
              </a:ext>
            </a:extLst>
          </p:cNvPr>
          <p:cNvSpPr txBox="1"/>
          <p:nvPr/>
        </p:nvSpPr>
        <p:spPr>
          <a:xfrm>
            <a:off x="3511270" y="4290293"/>
            <a:ext cx="900153" cy="307777"/>
          </a:xfrm>
          <a:prstGeom prst="rect">
            <a:avLst/>
          </a:prstGeom>
          <a:noFill/>
        </p:spPr>
        <p:txBody>
          <a:bodyPr wrap="square">
            <a:spAutoFit/>
          </a:bodyPr>
          <a:lstStyle/>
          <a:p>
            <a:pPr marL="0" lvl="0" indent="0" algn="l" rtl="0">
              <a:spcBef>
                <a:spcPts val="0"/>
              </a:spcBef>
              <a:spcAft>
                <a:spcPts val="0"/>
              </a:spcAft>
              <a:buNone/>
            </a:pPr>
            <a:r>
              <a:rPr lang="en-US" dirty="0" err="1">
                <a:solidFill>
                  <a:schemeClr val="dk1"/>
                </a:solidFill>
                <a:latin typeface="Arimo"/>
                <a:ea typeface="Arimo"/>
                <a:cs typeface="Arimo"/>
                <a:sym typeface="Arimo"/>
              </a:rPr>
              <a:t>Analyser</a:t>
            </a:r>
            <a:endParaRPr lang="en-US" dirty="0">
              <a:solidFill>
                <a:schemeClr val="dk1"/>
              </a:solidFill>
              <a:latin typeface="Arimo"/>
              <a:ea typeface="Arimo"/>
              <a:cs typeface="Arimo"/>
              <a:sym typeface="Arimo"/>
            </a:endParaRPr>
          </a:p>
        </p:txBody>
      </p:sp>
      <p:pic>
        <p:nvPicPr>
          <p:cNvPr id="72" name="Image 71">
            <a:extLst>
              <a:ext uri="{FF2B5EF4-FFF2-40B4-BE49-F238E27FC236}">
                <a16:creationId xmlns:a16="http://schemas.microsoft.com/office/drawing/2014/main" id="{5A60D511-6780-4AC2-8217-16997583C00F}"/>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foregroundMark x1="70556" y1="47778" x2="70556" y2="47778"/>
                        <a14:foregroundMark x1="70556" y1="47778" x2="70556" y2="47778"/>
                        <a14:foregroundMark x1="70556" y1="47778" x2="70556" y2="47778"/>
                        <a14:foregroundMark x1="70556" y1="47778" x2="70556" y2="47778"/>
                        <a14:foregroundMark x1="70556" y1="47778" x2="70556" y2="47778"/>
                        <a14:foregroundMark x1="70556" y1="47778" x2="70556" y2="47778"/>
                        <a14:foregroundMark x1="70556" y1="47778" x2="70556" y2="47778"/>
                        <a14:foregroundMark x1="70556" y1="47778" x2="70556" y2="47778"/>
                        <a14:foregroundMark x1="70556" y1="47778" x2="70556" y2="47778"/>
                        <a14:foregroundMark x1="58333" y1="29444" x2="58333" y2="29444"/>
                        <a14:foregroundMark x1="58333" y1="29444" x2="58333" y2="29444"/>
                        <a14:foregroundMark x1="58333" y1="29444" x2="58333" y2="29444"/>
                        <a14:foregroundMark x1="58333" y1="29444" x2="75000" y2="48889"/>
                        <a14:foregroundMark x1="75000" y1="47778" x2="52778" y2="71111"/>
                        <a14:foregroundMark x1="71667" y1="52222" x2="16667" y2="48889"/>
                      </a14:backgroundRemoval>
                    </a14:imgEffect>
                  </a14:imgLayer>
                </a14:imgProps>
              </a:ext>
            </a:extLst>
          </a:blip>
          <a:stretch>
            <a:fillRect/>
          </a:stretch>
        </p:blipFill>
        <p:spPr>
          <a:xfrm>
            <a:off x="4665382" y="1978054"/>
            <a:ext cx="1475229" cy="1475229"/>
          </a:xfrm>
          <a:prstGeom prst="rect">
            <a:avLst/>
          </a:prstGeom>
        </p:spPr>
      </p:pic>
    </p:spTree>
    <p:extLst>
      <p:ext uri="{BB962C8B-B14F-4D97-AF65-F5344CB8AC3E}">
        <p14:creationId xmlns:p14="http://schemas.microsoft.com/office/powerpoint/2010/main" val="1021230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barn(inVertical)">
                                      <p:cBhvr>
                                        <p:cTn id="7" dur="500"/>
                                        <p:tgtEl>
                                          <p:spTgt spid="6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arn(inVertical)">
                                      <p:cBhvr>
                                        <p:cTn id="12" dur="500"/>
                                        <p:tgtEl>
                                          <p:spTgt spid="18"/>
                                        </p:tgtEl>
                                      </p:cBhvr>
                                    </p:animEffect>
                                  </p:childTnLst>
                                </p:cTn>
                              </p:par>
                              <p:par>
                                <p:cTn id="13" presetID="16" presetClass="entr" presetSubtype="21" fill="hold" nodeType="withEffect">
                                  <p:stCondLst>
                                    <p:cond delay="0"/>
                                  </p:stCondLst>
                                  <p:childTnLst>
                                    <p:set>
                                      <p:cBhvr>
                                        <p:cTn id="14" dur="1" fill="hold">
                                          <p:stCondLst>
                                            <p:cond delay="0"/>
                                          </p:stCondLst>
                                        </p:cTn>
                                        <p:tgtEl>
                                          <p:spTgt spid="61"/>
                                        </p:tgtEl>
                                        <p:attrNameLst>
                                          <p:attrName>style.visibility</p:attrName>
                                        </p:attrNameLst>
                                      </p:cBhvr>
                                      <p:to>
                                        <p:strVal val="visible"/>
                                      </p:to>
                                    </p:set>
                                    <p:animEffect transition="in" filter="barn(inVertical)">
                                      <p:cBhvr>
                                        <p:cTn id="15" dur="500"/>
                                        <p:tgtEl>
                                          <p:spTgt spid="61"/>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64"/>
                                        </p:tgtEl>
                                        <p:attrNameLst>
                                          <p:attrName>style.visibility</p:attrName>
                                        </p:attrNameLst>
                                      </p:cBhvr>
                                      <p:to>
                                        <p:strVal val="visible"/>
                                      </p:to>
                                    </p:set>
                                    <p:animEffect transition="in" filter="barn(inVertical)">
                                      <p:cBhvr>
                                        <p:cTn id="20" dur="500"/>
                                        <p:tgtEl>
                                          <p:spTgt spid="64"/>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65"/>
                                        </p:tgtEl>
                                        <p:attrNameLst>
                                          <p:attrName>style.visibility</p:attrName>
                                        </p:attrNameLst>
                                      </p:cBhvr>
                                      <p:to>
                                        <p:strVal val="visible"/>
                                      </p:to>
                                    </p:set>
                                    <p:animEffect transition="in" filter="barn(inVertical)">
                                      <p:cBhvr>
                                        <p:cTn id="23" dur="500"/>
                                        <p:tgtEl>
                                          <p:spTgt spid="65"/>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68"/>
                                        </p:tgtEl>
                                        <p:attrNameLst>
                                          <p:attrName>style.visibility</p:attrName>
                                        </p:attrNameLst>
                                      </p:cBhvr>
                                      <p:to>
                                        <p:strVal val="visible"/>
                                      </p:to>
                                    </p:set>
                                    <p:animEffect transition="in" filter="barn(inVertical)">
                                      <p:cBhvr>
                                        <p:cTn id="28" dur="500"/>
                                        <p:tgtEl>
                                          <p:spTgt spid="68"/>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69"/>
                                        </p:tgtEl>
                                        <p:attrNameLst>
                                          <p:attrName>style.visibility</p:attrName>
                                        </p:attrNameLst>
                                      </p:cBhvr>
                                      <p:to>
                                        <p:strVal val="visible"/>
                                      </p:to>
                                    </p:set>
                                    <p:animEffect transition="in" filter="barn(inVertical)">
                                      <p:cBhvr>
                                        <p:cTn id="31" dur="500"/>
                                        <p:tgtEl>
                                          <p:spTgt spid="69"/>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71"/>
                                        </p:tgtEl>
                                        <p:attrNameLst>
                                          <p:attrName>style.visibility</p:attrName>
                                        </p:attrNameLst>
                                      </p:cBhvr>
                                      <p:to>
                                        <p:strVal val="visible"/>
                                      </p:to>
                                    </p:set>
                                    <p:animEffect transition="in" filter="barn(inVertical)">
                                      <p:cBhvr>
                                        <p:cTn id="36" dur="500"/>
                                        <p:tgtEl>
                                          <p:spTgt spid="71"/>
                                        </p:tgtEl>
                                      </p:cBhvr>
                                    </p:animEffect>
                                  </p:childTnLst>
                                </p:cTn>
                              </p:par>
                              <p:par>
                                <p:cTn id="37" presetID="16" presetClass="entr" presetSubtype="21" fill="hold" nodeType="withEffect">
                                  <p:stCondLst>
                                    <p:cond delay="0"/>
                                  </p:stCondLst>
                                  <p:childTnLst>
                                    <p:set>
                                      <p:cBhvr>
                                        <p:cTn id="38" dur="1" fill="hold">
                                          <p:stCondLst>
                                            <p:cond delay="0"/>
                                          </p:stCondLst>
                                        </p:cTn>
                                        <p:tgtEl>
                                          <p:spTgt spid="70"/>
                                        </p:tgtEl>
                                        <p:attrNameLst>
                                          <p:attrName>style.visibility</p:attrName>
                                        </p:attrNameLst>
                                      </p:cBhvr>
                                      <p:to>
                                        <p:strVal val="visible"/>
                                      </p:to>
                                    </p:set>
                                    <p:animEffect transition="in" filter="barn(inVertical)">
                                      <p:cBhvr>
                                        <p:cTn id="39" dur="500"/>
                                        <p:tgtEl>
                                          <p:spTgt spid="70"/>
                                        </p:tgtEl>
                                      </p:cBhvr>
                                    </p:animEffect>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nodeType="clickEffect">
                                  <p:stCondLst>
                                    <p:cond delay="0"/>
                                  </p:stCondLst>
                                  <p:childTnLst>
                                    <p:set>
                                      <p:cBhvr>
                                        <p:cTn id="43" dur="1" fill="hold">
                                          <p:stCondLst>
                                            <p:cond delay="0"/>
                                          </p:stCondLst>
                                        </p:cTn>
                                        <p:tgtEl>
                                          <p:spTgt spid="72"/>
                                        </p:tgtEl>
                                        <p:attrNameLst>
                                          <p:attrName>style.visibility</p:attrName>
                                        </p:attrNameLst>
                                      </p:cBhvr>
                                      <p:to>
                                        <p:strVal val="visible"/>
                                      </p:to>
                                    </p:set>
                                    <p:animEffect transition="in" filter="barn(inVertical)">
                                      <p:cBhvr>
                                        <p:cTn id="44" dur="500"/>
                                        <p:tgtEl>
                                          <p:spTgt spid="72"/>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nodeType="click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barn(inVertical)">
                                      <p:cBhvr>
                                        <p:cTn id="4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9" grpId="0"/>
      <p:bldP spid="7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0"/>
        <p:cNvGrpSpPr/>
        <p:nvPr/>
      </p:nvGrpSpPr>
      <p:grpSpPr>
        <a:xfrm>
          <a:off x="0" y="0"/>
          <a:ext cx="0" cy="0"/>
          <a:chOff x="0" y="0"/>
          <a:chExt cx="0" cy="0"/>
        </a:xfrm>
      </p:grpSpPr>
      <p:sp>
        <p:nvSpPr>
          <p:cNvPr id="1152" name="Google Shape;1152;p48"/>
          <p:cNvSpPr txBox="1"/>
          <p:nvPr/>
        </p:nvSpPr>
        <p:spPr>
          <a:xfrm>
            <a:off x="7062300" y="212749"/>
            <a:ext cx="1367400" cy="300900"/>
          </a:xfrm>
          <a:prstGeom prst="rect">
            <a:avLst/>
          </a:prstGeom>
          <a:noFill/>
          <a:ln>
            <a:noFill/>
          </a:ln>
        </p:spPr>
        <p:txBody>
          <a:bodyPr spcFirstLastPara="1" wrap="square" lIns="91425" tIns="91425" rIns="0" bIns="91425" anchor="ctr" anchorCtr="0">
            <a:noAutofit/>
          </a:bodyPr>
          <a:lstStyle/>
          <a:p>
            <a:pPr marL="0" lvl="0" indent="0" algn="r" rtl="0">
              <a:spcBef>
                <a:spcPts val="0"/>
              </a:spcBef>
              <a:spcAft>
                <a:spcPts val="0"/>
              </a:spcAft>
              <a:buNone/>
            </a:pPr>
            <a:r>
              <a:rPr lang="en">
                <a:solidFill>
                  <a:schemeClr val="lt2"/>
                </a:solidFill>
                <a:latin typeface="Bebas Neue"/>
                <a:ea typeface="Bebas Neue"/>
                <a:cs typeface="Bebas Neue"/>
                <a:sym typeface="Bebas Neue"/>
              </a:rPr>
              <a:t>Data ANALYSIS</a:t>
            </a:r>
            <a:endParaRPr>
              <a:solidFill>
                <a:schemeClr val="lt2"/>
              </a:solidFill>
            </a:endParaRPr>
          </a:p>
        </p:txBody>
      </p:sp>
      <p:cxnSp>
        <p:nvCxnSpPr>
          <p:cNvPr id="1163" name="Google Shape;1163;p48"/>
          <p:cNvCxnSpPr>
            <a:cxnSpLocks/>
          </p:cNvCxnSpPr>
          <p:nvPr/>
        </p:nvCxnSpPr>
        <p:spPr>
          <a:xfrm>
            <a:off x="1830750" y="1655357"/>
            <a:ext cx="2121300" cy="339900"/>
          </a:xfrm>
          <a:prstGeom prst="bentConnector3">
            <a:avLst>
              <a:gd name="adj1" fmla="val 50000"/>
            </a:avLst>
          </a:prstGeom>
          <a:noFill/>
          <a:ln w="9525" cap="flat" cmpd="sng">
            <a:solidFill>
              <a:schemeClr val="dk1"/>
            </a:solidFill>
            <a:prstDash val="solid"/>
            <a:round/>
            <a:headEnd type="none" w="med" len="med"/>
            <a:tailEnd type="oval" w="med" len="med"/>
          </a:ln>
        </p:spPr>
      </p:cxnSp>
      <p:cxnSp>
        <p:nvCxnSpPr>
          <p:cNvPr id="1164" name="Google Shape;1164;p48"/>
          <p:cNvCxnSpPr/>
          <p:nvPr/>
        </p:nvCxnSpPr>
        <p:spPr>
          <a:xfrm rot="10800000" flipH="1">
            <a:off x="1830750" y="2847745"/>
            <a:ext cx="1724100" cy="266100"/>
          </a:xfrm>
          <a:prstGeom prst="bentConnector3">
            <a:avLst>
              <a:gd name="adj1" fmla="val 50000"/>
            </a:avLst>
          </a:prstGeom>
          <a:noFill/>
          <a:ln w="9525" cap="flat" cmpd="sng">
            <a:solidFill>
              <a:schemeClr val="dk1"/>
            </a:solidFill>
            <a:prstDash val="solid"/>
            <a:round/>
            <a:headEnd type="none" w="med" len="med"/>
            <a:tailEnd type="none" w="med" len="med"/>
          </a:ln>
        </p:spPr>
      </p:cxnSp>
      <p:cxnSp>
        <p:nvCxnSpPr>
          <p:cNvPr id="1165" name="Google Shape;1165;p48"/>
          <p:cNvCxnSpPr>
            <a:cxnSpLocks/>
          </p:cNvCxnSpPr>
          <p:nvPr/>
        </p:nvCxnSpPr>
        <p:spPr>
          <a:xfrm rot="10800000" flipV="1">
            <a:off x="5143500" y="1649600"/>
            <a:ext cx="2161500" cy="384656"/>
          </a:xfrm>
          <a:prstGeom prst="bentConnector3">
            <a:avLst>
              <a:gd name="adj1" fmla="val 50000"/>
            </a:avLst>
          </a:prstGeom>
          <a:noFill/>
          <a:ln w="9525" cap="flat" cmpd="sng">
            <a:solidFill>
              <a:schemeClr val="dk1"/>
            </a:solidFill>
            <a:prstDash val="solid"/>
            <a:round/>
            <a:headEnd type="none" w="med" len="med"/>
            <a:tailEnd type="oval" w="med" len="med"/>
          </a:ln>
        </p:spPr>
      </p:cxnSp>
      <p:cxnSp>
        <p:nvCxnSpPr>
          <p:cNvPr id="1166" name="Google Shape;1166;p48"/>
          <p:cNvCxnSpPr>
            <a:cxnSpLocks/>
          </p:cNvCxnSpPr>
          <p:nvPr/>
        </p:nvCxnSpPr>
        <p:spPr>
          <a:xfrm flipH="1">
            <a:off x="4949700" y="3113845"/>
            <a:ext cx="2355300" cy="354000"/>
          </a:xfrm>
          <a:prstGeom prst="bentConnector3">
            <a:avLst>
              <a:gd name="adj1" fmla="val 50000"/>
            </a:avLst>
          </a:prstGeom>
          <a:noFill/>
          <a:ln w="9525" cap="flat" cmpd="sng">
            <a:solidFill>
              <a:schemeClr val="dk1"/>
            </a:solidFill>
            <a:prstDash val="solid"/>
            <a:round/>
            <a:headEnd type="none" w="med" len="med"/>
            <a:tailEnd type="oval" w="med" len="med"/>
          </a:ln>
        </p:spPr>
      </p:cxnSp>
      <p:sp>
        <p:nvSpPr>
          <p:cNvPr id="1168" name="Google Shape;1168;p48">
            <a:hlinkClick r:id="" action="ppaction://hlinkshowjump?jump=previousslide"/>
          </p:cNvPr>
          <p:cNvSpPr/>
          <p:nvPr/>
        </p:nvSpPr>
        <p:spPr>
          <a:xfrm rot="-5400000" flipH="1">
            <a:off x="73197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48">
            <a:hlinkClick r:id="rId3" action="ppaction://hlinksldjump"/>
          </p:cNvPr>
          <p:cNvSpPr txBox="1"/>
          <p:nvPr/>
        </p:nvSpPr>
        <p:spPr>
          <a:xfrm>
            <a:off x="92245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MENU</a:t>
            </a:r>
            <a:endParaRPr sz="1000">
              <a:solidFill>
                <a:schemeClr val="dk1"/>
              </a:solidFill>
              <a:latin typeface="Bebas Neue"/>
              <a:ea typeface="Bebas Neue"/>
              <a:cs typeface="Bebas Neue"/>
              <a:sym typeface="Bebas Neue"/>
            </a:endParaRPr>
          </a:p>
        </p:txBody>
      </p:sp>
      <p:sp>
        <p:nvSpPr>
          <p:cNvPr id="1170" name="Google Shape;1170;p48">
            <a:hlinkClick r:id="" action="ppaction://noaction"/>
          </p:cNvPr>
          <p:cNvSpPr txBox="1"/>
          <p:nvPr/>
        </p:nvSpPr>
        <p:spPr>
          <a:xfrm>
            <a:off x="151793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ANALYSIS</a:t>
            </a:r>
            <a:endParaRPr sz="1000">
              <a:solidFill>
                <a:schemeClr val="dk1"/>
              </a:solidFill>
              <a:latin typeface="Bebas Neue"/>
              <a:ea typeface="Bebas Neue"/>
              <a:cs typeface="Bebas Neue"/>
              <a:sym typeface="Bebas Neue"/>
            </a:endParaRPr>
          </a:p>
        </p:txBody>
      </p:sp>
      <p:sp>
        <p:nvSpPr>
          <p:cNvPr id="1171" name="Google Shape;1171;p48">
            <a:hlinkClick r:id="" action="ppaction://noaction"/>
          </p:cNvPr>
          <p:cNvSpPr txBox="1"/>
          <p:nvPr/>
        </p:nvSpPr>
        <p:spPr>
          <a:xfrm>
            <a:off x="211341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CONTACT</a:t>
            </a:r>
            <a:endParaRPr sz="1000">
              <a:solidFill>
                <a:schemeClr val="dk1"/>
              </a:solidFill>
              <a:latin typeface="Bebas Neue"/>
              <a:ea typeface="Bebas Neue"/>
              <a:cs typeface="Bebas Neue"/>
              <a:sym typeface="Bebas Neue"/>
            </a:endParaRPr>
          </a:p>
        </p:txBody>
      </p:sp>
      <p:grpSp>
        <p:nvGrpSpPr>
          <p:cNvPr id="1172" name="Google Shape;1172;p48"/>
          <p:cNvGrpSpPr/>
          <p:nvPr/>
        </p:nvGrpSpPr>
        <p:grpSpPr>
          <a:xfrm>
            <a:off x="706038" y="312972"/>
            <a:ext cx="140222" cy="140409"/>
            <a:chOff x="2741000" y="199475"/>
            <a:chExt cx="191953" cy="192210"/>
          </a:xfrm>
        </p:grpSpPr>
        <p:sp>
          <p:nvSpPr>
            <p:cNvPr id="1173" name="Google Shape;1173;p48"/>
            <p:cNvSpPr/>
            <p:nvPr/>
          </p:nvSpPr>
          <p:spPr>
            <a:xfrm>
              <a:off x="2741000"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48"/>
            <p:cNvSpPr/>
            <p:nvPr/>
          </p:nvSpPr>
          <p:spPr>
            <a:xfrm>
              <a:off x="2741000"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48"/>
            <p:cNvSpPr/>
            <p:nvPr/>
          </p:nvSpPr>
          <p:spPr>
            <a:xfrm>
              <a:off x="2741000"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48"/>
            <p:cNvSpPr/>
            <p:nvPr/>
          </p:nvSpPr>
          <p:spPr>
            <a:xfrm>
              <a:off x="2815215"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48"/>
            <p:cNvSpPr/>
            <p:nvPr/>
          </p:nvSpPr>
          <p:spPr>
            <a:xfrm>
              <a:off x="2815215"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48"/>
            <p:cNvSpPr/>
            <p:nvPr/>
          </p:nvSpPr>
          <p:spPr>
            <a:xfrm>
              <a:off x="2815215"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48"/>
            <p:cNvSpPr/>
            <p:nvPr/>
          </p:nvSpPr>
          <p:spPr>
            <a:xfrm>
              <a:off x="2889453"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48"/>
            <p:cNvSpPr/>
            <p:nvPr/>
          </p:nvSpPr>
          <p:spPr>
            <a:xfrm>
              <a:off x="2889453"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48"/>
            <p:cNvSpPr/>
            <p:nvPr/>
          </p:nvSpPr>
          <p:spPr>
            <a:xfrm>
              <a:off x="2889453"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82" name="Google Shape;1182;p48">
            <a:hlinkClick r:id="rId4" action="ppaction://hlinksldjump"/>
          </p:cNvPr>
          <p:cNvSpPr/>
          <p:nvPr/>
        </p:nvSpPr>
        <p:spPr>
          <a:xfrm>
            <a:off x="669500" y="276525"/>
            <a:ext cx="213300" cy="21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48"/>
          <p:cNvSpPr/>
          <p:nvPr/>
        </p:nvSpPr>
        <p:spPr>
          <a:xfrm>
            <a:off x="7234875" y="704575"/>
            <a:ext cx="107827" cy="108491"/>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48"/>
          <p:cNvSpPr/>
          <p:nvPr/>
        </p:nvSpPr>
        <p:spPr>
          <a:xfrm>
            <a:off x="5996112" y="704563"/>
            <a:ext cx="262479" cy="262448"/>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5" name="Google Shape;1185;p48"/>
          <p:cNvGrpSpPr/>
          <p:nvPr/>
        </p:nvGrpSpPr>
        <p:grpSpPr>
          <a:xfrm>
            <a:off x="7741747" y="734402"/>
            <a:ext cx="695830" cy="243805"/>
            <a:chOff x="2271950" y="2722775"/>
            <a:chExt cx="575875" cy="201775"/>
          </a:xfrm>
        </p:grpSpPr>
        <p:sp>
          <p:nvSpPr>
            <p:cNvPr id="1186" name="Google Shape;1186;p48"/>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48"/>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48"/>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48"/>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48"/>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1" name="Google Shape;1191;p48"/>
          <p:cNvSpPr/>
          <p:nvPr/>
        </p:nvSpPr>
        <p:spPr>
          <a:xfrm>
            <a:off x="6625763" y="910513"/>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48"/>
          <p:cNvSpPr/>
          <p:nvPr/>
        </p:nvSpPr>
        <p:spPr>
          <a:xfrm rot="-1685758">
            <a:off x="8359482" y="1209422"/>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48"/>
          <p:cNvSpPr/>
          <p:nvPr/>
        </p:nvSpPr>
        <p:spPr>
          <a:xfrm>
            <a:off x="6839211" y="718412"/>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1;p38">
            <a:hlinkClick r:id="" action="ppaction://hlinkshowjump?jump=previousslide"/>
            <a:extLst>
              <a:ext uri="{FF2B5EF4-FFF2-40B4-BE49-F238E27FC236}">
                <a16:creationId xmlns:a16="http://schemas.microsoft.com/office/drawing/2014/main" id="{0A4275E1-B095-4A89-ACA7-9911853FCBBB}"/>
              </a:ext>
            </a:extLst>
          </p:cNvPr>
          <p:cNvSpPr/>
          <p:nvPr/>
        </p:nvSpPr>
        <p:spPr>
          <a:xfrm rot="-5400000" flipH="1">
            <a:off x="73197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9" name="Image 58">
            <a:extLst>
              <a:ext uri="{FF2B5EF4-FFF2-40B4-BE49-F238E27FC236}">
                <a16:creationId xmlns:a16="http://schemas.microsoft.com/office/drawing/2014/main" id="{71395715-0E42-4254-92F3-18924BD19A21}"/>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7111" b="94667" l="4889" r="92889">
                        <a14:foregroundMark x1="50222" y1="33333" x2="50222" y2="33333"/>
                        <a14:foregroundMark x1="50222" y1="33333" x2="50222" y2="33333"/>
                        <a14:foregroundMark x1="50222" y1="33333" x2="50222" y2="33333"/>
                        <a14:foregroundMark x1="50222" y1="33333" x2="68000" y2="64889"/>
                        <a14:foregroundMark x1="68000" y1="64889" x2="68000" y2="64889"/>
                        <a14:foregroundMark x1="68000" y1="64889" x2="68000" y2="64889"/>
                        <a14:foregroundMark x1="84000" y1="53333" x2="84000" y2="53333"/>
                        <a14:foregroundMark x1="84000" y1="53333" x2="84000" y2="53333"/>
                        <a14:foregroundMark x1="84000" y1="53333" x2="84000" y2="53333"/>
                        <a14:foregroundMark x1="92889" y1="68444" x2="92889" y2="68444"/>
                        <a14:foregroundMark x1="92889" y1="68444" x2="92889" y2="68444"/>
                        <a14:foregroundMark x1="54667" y1="91111" x2="54667" y2="91111"/>
                        <a14:foregroundMark x1="54667" y1="91111" x2="54667" y2="91111"/>
                        <a14:foregroundMark x1="49778" y1="95111" x2="49778" y2="95111"/>
                        <a14:foregroundMark x1="49778" y1="95111" x2="10222" y2="63556"/>
                        <a14:foregroundMark x1="4889" y1="66222" x2="4889" y2="66222"/>
                        <a14:foregroundMark x1="4889" y1="66222" x2="4889" y2="66222"/>
                        <a14:foregroundMark x1="59556" y1="7111" x2="59556" y2="7111"/>
                      </a14:backgroundRemoval>
                    </a14:imgEffect>
                  </a14:imgLayer>
                </a14:imgProps>
              </a:ext>
            </a:extLst>
          </a:blip>
          <a:stretch>
            <a:fillRect/>
          </a:stretch>
        </p:blipFill>
        <p:spPr>
          <a:xfrm>
            <a:off x="3573225" y="1378465"/>
            <a:ext cx="2143125" cy="2143125"/>
          </a:xfrm>
          <a:prstGeom prst="rect">
            <a:avLst/>
          </a:prstGeom>
        </p:spPr>
      </p:pic>
      <p:pic>
        <p:nvPicPr>
          <p:cNvPr id="9" name="Image 8">
            <a:extLst>
              <a:ext uri="{FF2B5EF4-FFF2-40B4-BE49-F238E27FC236}">
                <a16:creationId xmlns:a16="http://schemas.microsoft.com/office/drawing/2014/main" id="{0E4BE106-2279-4CC4-B1EB-D33DFC0F2C0F}"/>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1667">
                        <a14:foregroundMark x1="62778" y1="80000" x2="62778" y2="80000"/>
                        <a14:foregroundMark x1="27778" y1="49444" x2="27778" y2="49444"/>
                        <a14:foregroundMark x1="31667" y1="56111" x2="31667" y2="56111"/>
                        <a14:foregroundMark x1="31667" y1="56111" x2="31667" y2="56111"/>
                        <a14:foregroundMark x1="31667" y1="56111" x2="31667" y2="56111"/>
                        <a14:foregroundMark x1="31667" y1="60556" x2="31667" y2="60556"/>
                        <a14:foregroundMark x1="31667" y1="60556" x2="31667" y2="60556"/>
                        <a14:foregroundMark x1="31667" y1="60556" x2="31667" y2="60556"/>
                        <a14:foregroundMark x1="31667" y1="60556" x2="31667" y2="60556"/>
                        <a14:foregroundMark x1="31667" y1="60556" x2="31667" y2="60556"/>
                        <a14:foregroundMark x1="28333" y1="36111" x2="30000" y2="52778"/>
                        <a14:foregroundMark x1="33889" y1="60000" x2="33889" y2="79444"/>
                        <a14:foregroundMark x1="18333" y1="36111" x2="19444" y2="36111"/>
                        <a14:foregroundMark x1="33889" y1="30000" x2="26667" y2="30000"/>
                        <a14:foregroundMark x1="91667" y1="31111" x2="91667" y2="31111"/>
                        <a14:foregroundMark x1="91667" y1="31111" x2="91667" y2="31111"/>
                        <a14:foregroundMark x1="36667" y1="47222" x2="39444" y2="55556"/>
                        <a14:foregroundMark x1="22778" y1="32222" x2="28333" y2="29444"/>
                        <a14:foregroundMark x1="28889" y1="29444" x2="31667" y2="29444"/>
                        <a14:foregroundMark x1="31667" y1="29444" x2="34444" y2="28889"/>
                        <a14:foregroundMark x1="33889" y1="35000" x2="33889" y2="35000"/>
                      </a14:backgroundRemoval>
                    </a14:imgEffect>
                  </a14:imgLayer>
                </a14:imgProps>
              </a:ext>
            </a:extLst>
          </a:blip>
          <a:stretch>
            <a:fillRect/>
          </a:stretch>
        </p:blipFill>
        <p:spPr>
          <a:xfrm>
            <a:off x="286630" y="1037913"/>
            <a:ext cx="1615747" cy="1615747"/>
          </a:xfrm>
          <a:prstGeom prst="rect">
            <a:avLst/>
          </a:prstGeom>
        </p:spPr>
      </p:pic>
      <p:pic>
        <p:nvPicPr>
          <p:cNvPr id="11" name="Image 10">
            <a:extLst>
              <a:ext uri="{FF2B5EF4-FFF2-40B4-BE49-F238E27FC236}">
                <a16:creationId xmlns:a16="http://schemas.microsoft.com/office/drawing/2014/main" id="{DD4BD154-525D-48B9-9F1B-EADA11F01D0B}"/>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9455" b="89455" l="6557" r="92350">
                        <a14:foregroundMark x1="81421" y1="51636" x2="81421" y2="51636"/>
                        <a14:foregroundMark x1="81421" y1="51636" x2="28962" y2="52727"/>
                        <a14:foregroundMark x1="44262" y1="39636" x2="74317" y2="63273"/>
                        <a14:foregroundMark x1="37705" y1="31273" x2="37705" y2="31273"/>
                        <a14:foregroundMark x1="37705" y1="31273" x2="37705" y2="31273"/>
                        <a14:foregroundMark x1="37705" y1="31273" x2="37705" y2="31273"/>
                        <a14:foregroundMark x1="37705" y1="35273" x2="37705" y2="35273"/>
                        <a14:foregroundMark x1="37705" y1="35273" x2="37705" y2="35273"/>
                        <a14:foregroundMark x1="37705" y1="35273" x2="37705" y2="35273"/>
                        <a14:foregroundMark x1="37705" y1="35273" x2="37705" y2="35273"/>
                        <a14:foregroundMark x1="87432" y1="41455" x2="87432" y2="41455"/>
                        <a14:foregroundMark x1="20219" y1="49818" x2="20219" y2="49818"/>
                        <a14:foregroundMark x1="20219" y1="49818" x2="42623" y2="65818"/>
                        <a14:foregroundMark x1="84153" y1="28727" x2="84153" y2="28727"/>
                        <a14:foregroundMark x1="67213" y1="45818" x2="67213" y2="45818"/>
                        <a14:foregroundMark x1="73224" y1="48000" x2="73224" y2="48000"/>
                        <a14:foregroundMark x1="73224" y1="48000" x2="73224" y2="48000"/>
                        <a14:foregroundMark x1="73224" y1="48000" x2="73224" y2="48000"/>
                        <a14:foregroundMark x1="52459" y1="38182" x2="52459" y2="38182"/>
                        <a14:foregroundMark x1="52459" y1="38182" x2="52459" y2="38182"/>
                        <a14:foregroundMark x1="43169" y1="42182" x2="43169" y2="42182"/>
                        <a14:foregroundMark x1="43169" y1="42182" x2="43169" y2="42182"/>
                        <a14:foregroundMark x1="37158" y1="43636" x2="37158" y2="43636"/>
                        <a14:foregroundMark x1="37158" y1="43636" x2="37158" y2="43636"/>
                        <a14:foregroundMark x1="32240" y1="49091" x2="32240" y2="49091"/>
                        <a14:foregroundMark x1="32240" y1="49091" x2="32240" y2="49091"/>
                        <a14:foregroundMark x1="28962" y1="47636" x2="28962" y2="47636"/>
                        <a14:foregroundMark x1="28962" y1="47636" x2="19672" y2="45818"/>
                        <a14:foregroundMark x1="19672" y1="45818" x2="19672" y2="45818"/>
                        <a14:foregroundMark x1="19672" y1="45818" x2="19672" y2="45818"/>
                        <a14:foregroundMark x1="32240" y1="34545" x2="9836" y2="47636"/>
                        <a14:foregroundMark x1="69945" y1="40364" x2="57923" y2="34182"/>
                        <a14:foregroundMark x1="71038" y1="36000" x2="78689" y2="36000"/>
                        <a14:foregroundMark x1="83607" y1="42909" x2="92896" y2="56727"/>
                        <a14:foregroundMark x1="65027" y1="61091" x2="6557" y2="64727"/>
                        <a14:foregroundMark x1="50820" y1="63636" x2="9290" y2="69091"/>
                        <a14:foregroundMark x1="37158" y1="56000" x2="65574" y2="41455"/>
                        <a14:foregroundMark x1="65574" y1="41455" x2="60656" y2="40727"/>
                      </a14:backgroundRemoval>
                    </a14:imgEffect>
                  </a14:imgLayer>
                </a14:imgProps>
              </a:ext>
            </a:extLst>
          </a:blip>
          <a:stretch>
            <a:fillRect/>
          </a:stretch>
        </p:blipFill>
        <p:spPr>
          <a:xfrm>
            <a:off x="419942" y="2478105"/>
            <a:ext cx="1595211" cy="2397174"/>
          </a:xfrm>
          <a:prstGeom prst="rect">
            <a:avLst/>
          </a:prstGeom>
        </p:spPr>
      </p:pic>
      <p:pic>
        <p:nvPicPr>
          <p:cNvPr id="13" name="Image 12">
            <a:extLst>
              <a:ext uri="{FF2B5EF4-FFF2-40B4-BE49-F238E27FC236}">
                <a16:creationId xmlns:a16="http://schemas.microsoft.com/office/drawing/2014/main" id="{0793FD1D-7F90-401C-9BDB-5C0705368FE5}"/>
              </a:ext>
            </a:extLst>
          </p:cNvPr>
          <p:cNvPicPr>
            <a:picLocks noChangeAspect="1"/>
          </p:cNvPicPr>
          <p:nvPr/>
        </p:nvPicPr>
        <p:blipFill>
          <a:blip r:embed="rId11">
            <a:extLst>
              <a:ext uri="{BEBA8EAE-BF5A-486C-A8C5-ECC9F3942E4B}">
                <a14:imgProps xmlns:a14="http://schemas.microsoft.com/office/drawing/2010/main">
                  <a14:imgLayer r:embed="rId12">
                    <a14:imgEffect>
                      <a14:backgroundRemoval t="2667" b="96889" l="4889" r="95111">
                        <a14:foregroundMark x1="36444" y1="29778" x2="36444" y2="29778"/>
                        <a14:foregroundMark x1="36444" y1="29778" x2="36444" y2="29778"/>
                        <a14:foregroundMark x1="36444" y1="29778" x2="71556" y2="60000"/>
                        <a14:foregroundMark x1="52000" y1="12889" x2="49333" y2="93333"/>
                        <a14:foregroundMark x1="76000" y1="40000" x2="76000" y2="40000"/>
                        <a14:foregroundMark x1="76000" y1="40000" x2="76000" y2="40000"/>
                        <a14:foregroundMark x1="75111" y1="27556" x2="75111" y2="27556"/>
                        <a14:foregroundMark x1="75111" y1="27556" x2="75111" y2="27556"/>
                        <a14:foregroundMark x1="75111" y1="27556" x2="75111" y2="27556"/>
                        <a14:foregroundMark x1="75111" y1="27556" x2="75111" y2="27556"/>
                        <a14:foregroundMark x1="75111" y1="27556" x2="75111" y2="27556"/>
                        <a14:foregroundMark x1="75111" y1="27556" x2="64444" y2="21333"/>
                        <a14:foregroundMark x1="64444" y1="21333" x2="64444" y2="21333"/>
                        <a14:foregroundMark x1="64444" y1="21333" x2="56889" y2="19111"/>
                        <a14:foregroundMark x1="56889" y1="19111" x2="56889" y2="19111"/>
                        <a14:foregroundMark x1="56889" y1="19111" x2="56889" y2="19111"/>
                        <a14:foregroundMark x1="56889" y1="19111" x2="56889" y2="19111"/>
                        <a14:foregroundMark x1="56889" y1="19111" x2="25778" y2="11111"/>
                        <a14:foregroundMark x1="25778" y1="11111" x2="25778" y2="11111"/>
                        <a14:foregroundMark x1="31556" y1="22667" x2="16444" y2="59556"/>
                        <a14:foregroundMark x1="16444" y1="59556" x2="32444" y2="82667"/>
                        <a14:foregroundMark x1="32444" y1="82667" x2="58222" y2="68000"/>
                        <a14:foregroundMark x1="58222" y1="68000" x2="84444" y2="73778"/>
                        <a14:foregroundMark x1="84444" y1="73778" x2="82667" y2="22667"/>
                        <a14:foregroundMark x1="82667" y1="22667" x2="31556" y2="23111"/>
                        <a14:foregroundMark x1="31556" y1="23111" x2="14222" y2="31556"/>
                        <a14:foregroundMark x1="14222" y1="31556" x2="3556" y2="52000"/>
                        <a14:foregroundMark x1="3111" y1="52000" x2="10667" y2="67556"/>
                        <a14:foregroundMark x1="10667" y1="67556" x2="29778" y2="92444"/>
                        <a14:foregroundMark x1="26667" y1="87111" x2="43111" y2="97333"/>
                        <a14:foregroundMark x1="49333" y1="81333" x2="73778" y2="81333"/>
                        <a14:foregroundMark x1="73778" y1="81333" x2="73778" y2="81333"/>
                        <a14:foregroundMark x1="73778" y1="81333" x2="90222" y2="45778"/>
                        <a14:foregroundMark x1="90222" y1="45778" x2="88444" y2="31556"/>
                        <a14:foregroundMark x1="88444" y1="31556" x2="73778" y2="16444"/>
                        <a14:foregroundMark x1="73778" y1="16444" x2="65333" y2="7556"/>
                        <a14:foregroundMark x1="65333" y1="7556" x2="54667" y2="3111"/>
                        <a14:foregroundMark x1="76000" y1="41778" x2="50222" y2="42222"/>
                        <a14:foregroundMark x1="50222" y1="42222" x2="25333" y2="39111"/>
                        <a14:foregroundMark x1="25333" y1="39111" x2="14222" y2="36889"/>
                        <a14:foregroundMark x1="14222" y1="36889" x2="32000" y2="33333"/>
                        <a14:foregroundMark x1="32000" y1="33333" x2="44889" y2="26222"/>
                        <a14:foregroundMark x1="44889" y1="26222" x2="29778" y2="82222"/>
                        <a14:foregroundMark x1="29778" y1="82222" x2="57333" y2="55556"/>
                        <a14:foregroundMark x1="57333" y1="55556" x2="73778" y2="87111"/>
                        <a14:foregroundMark x1="73778" y1="87111" x2="80444" y2="60444"/>
                        <a14:foregroundMark x1="80444" y1="60444" x2="66667" y2="68444"/>
                        <a14:foregroundMark x1="66667" y1="68444" x2="66667" y2="68444"/>
                        <a14:foregroundMark x1="66667" y1="68444" x2="20889" y2="66222"/>
                        <a14:foregroundMark x1="20889" y1="66222" x2="20889" y2="66222"/>
                        <a14:foregroundMark x1="20889" y1="66222" x2="43111" y2="55556"/>
                        <a14:foregroundMark x1="43111" y1="55556" x2="63556" y2="40000"/>
                        <a14:foregroundMark x1="63556" y1="40000" x2="63556" y2="40000"/>
                        <a14:foregroundMark x1="63556" y1="40000" x2="69333" y2="37778"/>
                        <a14:foregroundMark x1="69333" y1="37778" x2="69333" y2="37778"/>
                        <a14:foregroundMark x1="69333" y1="37778" x2="64444" y2="48444"/>
                        <a14:foregroundMark x1="64444" y1="48444" x2="64444" y2="48444"/>
                        <a14:foregroundMark x1="64444" y1="48444" x2="75111" y2="65778"/>
                        <a14:foregroundMark x1="75111" y1="65778" x2="63111" y2="54667"/>
                        <a14:foregroundMark x1="63111" y1="54667" x2="63111" y2="54667"/>
                        <a14:foregroundMark x1="63111" y1="54667" x2="34222" y2="24889"/>
                        <a14:foregroundMark x1="34222" y1="24889" x2="34222" y2="24889"/>
                        <a14:foregroundMark x1="34222" y1="24889" x2="14222" y2="30667"/>
                        <a14:foregroundMark x1="14222" y1="30667" x2="14222" y2="30667"/>
                        <a14:foregroundMark x1="14222" y1="30667" x2="43556" y2="71556"/>
                        <a14:foregroundMark x1="43556" y1="71556" x2="43556" y2="71556"/>
                        <a14:foregroundMark x1="43556" y1="71556" x2="79556" y2="21333"/>
                        <a14:foregroundMark x1="79556" y1="21333" x2="79556" y2="21333"/>
                        <a14:foregroundMark x1="79556" y1="21333" x2="55111" y2="68000"/>
                        <a14:foregroundMark x1="55111" y1="68000" x2="55111" y2="68000"/>
                        <a14:foregroundMark x1="73778" y1="52889" x2="95111" y2="44000"/>
                      </a14:backgroundRemoval>
                    </a14:imgEffect>
                  </a14:imgLayer>
                </a14:imgProps>
              </a:ext>
            </a:extLst>
          </a:blip>
          <a:stretch>
            <a:fillRect/>
          </a:stretch>
        </p:blipFill>
        <p:spPr>
          <a:xfrm>
            <a:off x="7286625" y="1101986"/>
            <a:ext cx="1692014" cy="1692014"/>
          </a:xfrm>
          <a:prstGeom prst="rect">
            <a:avLst/>
          </a:prstGeom>
        </p:spPr>
      </p:pic>
      <p:pic>
        <p:nvPicPr>
          <p:cNvPr id="16" name="Image 15">
            <a:extLst>
              <a:ext uri="{FF2B5EF4-FFF2-40B4-BE49-F238E27FC236}">
                <a16:creationId xmlns:a16="http://schemas.microsoft.com/office/drawing/2014/main" id="{C736BB6A-75C3-4EDE-B99A-90D7B27AA53C}"/>
              </a:ext>
            </a:extLst>
          </p:cNvPr>
          <p:cNvPicPr>
            <a:picLocks noChangeAspect="1"/>
          </p:cNvPicPr>
          <p:nvPr/>
        </p:nvPicPr>
        <p:blipFill>
          <a:blip r:embed="rId13">
            <a:extLst>
              <a:ext uri="{BEBA8EAE-BF5A-486C-A8C5-ECC9F3942E4B}">
                <a14:imgProps xmlns:a14="http://schemas.microsoft.com/office/drawing/2010/main">
                  <a14:imgLayer r:embed="rId14">
                    <a14:imgEffect>
                      <a14:backgroundRemoval t="2317" b="96911" l="9794" r="89691"/>
                    </a14:imgEffect>
                  </a14:imgLayer>
                </a14:imgProps>
              </a:ext>
            </a:extLst>
          </a:blip>
          <a:stretch>
            <a:fillRect/>
          </a:stretch>
        </p:blipFill>
        <p:spPr>
          <a:xfrm>
            <a:off x="7192604" y="2971080"/>
            <a:ext cx="1316709" cy="175787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barn(inVertical)">
                                      <p:cBhvr>
                                        <p:cTn id="7"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37"/>
          <p:cNvSpPr txBox="1">
            <a:spLocks noGrp="1"/>
          </p:cNvSpPr>
          <p:nvPr>
            <p:ph type="subTitle" idx="1"/>
          </p:nvPr>
        </p:nvSpPr>
        <p:spPr>
          <a:xfrm>
            <a:off x="3024148" y="2831188"/>
            <a:ext cx="3424277" cy="87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err="1"/>
              <a:t>Definition</a:t>
            </a:r>
            <a:r>
              <a:rPr lang="fr-FR" dirty="0"/>
              <a:t>.</a:t>
            </a:r>
          </a:p>
          <a:p>
            <a:pPr marL="0" lvl="0" indent="0" algn="l" rtl="0">
              <a:spcBef>
                <a:spcPts val="0"/>
              </a:spcBef>
              <a:spcAft>
                <a:spcPts val="0"/>
              </a:spcAft>
              <a:buNone/>
            </a:pPr>
            <a:r>
              <a:rPr lang="fr-FR" dirty="0"/>
              <a:t>Composants clés de Power BI.</a:t>
            </a:r>
          </a:p>
          <a:p>
            <a:pPr marL="0" lvl="0" indent="0" algn="l" rtl="0">
              <a:spcBef>
                <a:spcPts val="0"/>
              </a:spcBef>
              <a:spcAft>
                <a:spcPts val="0"/>
              </a:spcAft>
              <a:buNone/>
            </a:pPr>
            <a:r>
              <a:rPr lang="fr-FR" dirty="0"/>
              <a:t>Fonctionnalités principales de Power BI.</a:t>
            </a:r>
            <a:endParaRPr dirty="0"/>
          </a:p>
        </p:txBody>
      </p:sp>
      <p:sp>
        <p:nvSpPr>
          <p:cNvPr id="398" name="Google Shape;398;p37"/>
          <p:cNvSpPr txBox="1">
            <a:spLocks noGrp="1"/>
          </p:cNvSpPr>
          <p:nvPr>
            <p:ph type="title"/>
          </p:nvPr>
        </p:nvSpPr>
        <p:spPr>
          <a:xfrm>
            <a:off x="2340057" y="1522592"/>
            <a:ext cx="4307556" cy="1269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7200" dirty="0"/>
              <a:t>POWER BI</a:t>
            </a:r>
            <a:endParaRPr sz="7200" dirty="0"/>
          </a:p>
        </p:txBody>
      </p:sp>
      <p:sp>
        <p:nvSpPr>
          <p:cNvPr id="399" name="Google Shape;399;p37"/>
          <p:cNvSpPr txBox="1"/>
          <p:nvPr/>
        </p:nvSpPr>
        <p:spPr>
          <a:xfrm>
            <a:off x="7062300" y="212749"/>
            <a:ext cx="1367400" cy="300900"/>
          </a:xfrm>
          <a:prstGeom prst="rect">
            <a:avLst/>
          </a:prstGeom>
          <a:noFill/>
          <a:ln>
            <a:noFill/>
          </a:ln>
        </p:spPr>
        <p:txBody>
          <a:bodyPr spcFirstLastPara="1" wrap="square" lIns="91425" tIns="91425" rIns="0" bIns="91425" anchor="ctr" anchorCtr="0">
            <a:noAutofit/>
          </a:bodyPr>
          <a:lstStyle/>
          <a:p>
            <a:pPr marL="0" lvl="0" indent="0" algn="r" rtl="0">
              <a:spcBef>
                <a:spcPts val="0"/>
              </a:spcBef>
              <a:spcAft>
                <a:spcPts val="0"/>
              </a:spcAft>
              <a:buNone/>
            </a:pPr>
            <a:r>
              <a:rPr lang="en">
                <a:solidFill>
                  <a:schemeClr val="lt2"/>
                </a:solidFill>
                <a:latin typeface="Bebas Neue"/>
                <a:ea typeface="Bebas Neue"/>
                <a:cs typeface="Bebas Neue"/>
                <a:sym typeface="Bebas Neue"/>
              </a:rPr>
              <a:t>Data ANALYSIS</a:t>
            </a:r>
            <a:endParaRPr>
              <a:solidFill>
                <a:schemeClr val="lt2"/>
              </a:solidFill>
            </a:endParaRPr>
          </a:p>
        </p:txBody>
      </p:sp>
      <p:grpSp>
        <p:nvGrpSpPr>
          <p:cNvPr id="411" name="Google Shape;411;p37"/>
          <p:cNvGrpSpPr/>
          <p:nvPr/>
        </p:nvGrpSpPr>
        <p:grpSpPr>
          <a:xfrm>
            <a:off x="714300" y="922363"/>
            <a:ext cx="472550" cy="202200"/>
            <a:chOff x="1441900" y="2926313"/>
            <a:chExt cx="472550" cy="202200"/>
          </a:xfrm>
        </p:grpSpPr>
        <p:sp>
          <p:nvSpPr>
            <p:cNvPr id="412" name="Google Shape;412;p37"/>
            <p:cNvSpPr/>
            <p:nvPr/>
          </p:nvSpPr>
          <p:spPr>
            <a:xfrm>
              <a:off x="1441900" y="2926313"/>
              <a:ext cx="285500" cy="202200"/>
            </a:xfrm>
            <a:custGeom>
              <a:avLst/>
              <a:gdLst/>
              <a:ahLst/>
              <a:cxnLst/>
              <a:rect l="l" t="t" r="r" b="b"/>
              <a:pathLst>
                <a:path w="11420" h="8088" fill="none" extrusionOk="0">
                  <a:moveTo>
                    <a:pt x="11420" y="0"/>
                  </a:moveTo>
                  <a:cubicBezTo>
                    <a:pt x="9140" y="0"/>
                    <a:pt x="7180" y="1639"/>
                    <a:pt x="6753" y="3884"/>
                  </a:cubicBezTo>
                  <a:cubicBezTo>
                    <a:pt x="5025" y="3403"/>
                    <a:pt x="3243" y="4436"/>
                    <a:pt x="2780" y="6164"/>
                  </a:cubicBezTo>
                  <a:cubicBezTo>
                    <a:pt x="1462" y="5594"/>
                    <a:pt x="1" y="6645"/>
                    <a:pt x="126" y="8088"/>
                  </a:cubicBezTo>
                  <a:lnTo>
                    <a:pt x="2994" y="8088"/>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7"/>
            <p:cNvSpPr/>
            <p:nvPr/>
          </p:nvSpPr>
          <p:spPr>
            <a:xfrm>
              <a:off x="1752325" y="2926313"/>
              <a:ext cx="35650" cy="13375"/>
            </a:xfrm>
            <a:custGeom>
              <a:avLst/>
              <a:gdLst/>
              <a:ahLst/>
              <a:cxnLst/>
              <a:rect l="l" t="t" r="r" b="b"/>
              <a:pathLst>
                <a:path w="1426" h="535" fill="none" extrusionOk="0">
                  <a:moveTo>
                    <a:pt x="0" y="0"/>
                  </a:moveTo>
                  <a:cubicBezTo>
                    <a:pt x="0" y="0"/>
                    <a:pt x="998" y="107"/>
                    <a:pt x="1426"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7"/>
            <p:cNvSpPr/>
            <p:nvPr/>
          </p:nvSpPr>
          <p:spPr>
            <a:xfrm>
              <a:off x="1540325" y="3127613"/>
              <a:ext cx="248100" cy="25"/>
            </a:xfrm>
            <a:custGeom>
              <a:avLst/>
              <a:gdLst/>
              <a:ahLst/>
              <a:cxnLst/>
              <a:rect l="l" t="t" r="r" b="b"/>
              <a:pathLst>
                <a:path w="9924" h="1" fill="none" extrusionOk="0">
                  <a:moveTo>
                    <a:pt x="1" y="0"/>
                  </a:moveTo>
                  <a:lnTo>
                    <a:pt x="9923" y="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7"/>
            <p:cNvSpPr/>
            <p:nvPr/>
          </p:nvSpPr>
          <p:spPr>
            <a:xfrm>
              <a:off x="1540325" y="3040313"/>
              <a:ext cx="39675" cy="20950"/>
            </a:xfrm>
            <a:custGeom>
              <a:avLst/>
              <a:gdLst/>
              <a:ahLst/>
              <a:cxnLst/>
              <a:rect l="l" t="t" r="r" b="b"/>
              <a:pathLst>
                <a:path w="1587" h="838" fill="none" extrusionOk="0">
                  <a:moveTo>
                    <a:pt x="1586" y="1"/>
                  </a:moveTo>
                  <a:cubicBezTo>
                    <a:pt x="1586" y="1"/>
                    <a:pt x="428" y="108"/>
                    <a:pt x="1"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7"/>
            <p:cNvSpPr/>
            <p:nvPr/>
          </p:nvSpPr>
          <p:spPr>
            <a:xfrm>
              <a:off x="1829375" y="3002013"/>
              <a:ext cx="85075" cy="27200"/>
            </a:xfrm>
            <a:custGeom>
              <a:avLst/>
              <a:gdLst/>
              <a:ahLst/>
              <a:cxnLst/>
              <a:rect l="l" t="t" r="r" b="b"/>
              <a:pathLst>
                <a:path w="3403" h="1088" fill="none" extrusionOk="0">
                  <a:moveTo>
                    <a:pt x="0" y="357"/>
                  </a:moveTo>
                  <a:cubicBezTo>
                    <a:pt x="0" y="357"/>
                    <a:pt x="2102" y="1"/>
                    <a:pt x="3403"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5" name="Google Shape;435;p37"/>
          <p:cNvGrpSpPr/>
          <p:nvPr/>
        </p:nvGrpSpPr>
        <p:grpSpPr>
          <a:xfrm>
            <a:off x="7701156" y="1589321"/>
            <a:ext cx="612965" cy="612965"/>
            <a:chOff x="5208200" y="980975"/>
            <a:chExt cx="440475" cy="440475"/>
          </a:xfrm>
        </p:grpSpPr>
        <p:sp>
          <p:nvSpPr>
            <p:cNvPr id="436" name="Google Shape;436;p37"/>
            <p:cNvSpPr/>
            <p:nvPr/>
          </p:nvSpPr>
          <p:spPr>
            <a:xfrm>
              <a:off x="5208200" y="980975"/>
              <a:ext cx="197300" cy="199975"/>
            </a:xfrm>
            <a:custGeom>
              <a:avLst/>
              <a:gdLst/>
              <a:ahLst/>
              <a:cxnLst/>
              <a:rect l="l" t="t" r="r" b="b"/>
              <a:pathLst>
                <a:path w="7892" h="7999" extrusionOk="0">
                  <a:moveTo>
                    <a:pt x="7892" y="0"/>
                  </a:moveTo>
                  <a:cubicBezTo>
                    <a:pt x="3510" y="72"/>
                    <a:pt x="0" y="3617"/>
                    <a:pt x="0" y="7999"/>
                  </a:cubicBezTo>
                  <a:lnTo>
                    <a:pt x="7892" y="7999"/>
                  </a:ln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7"/>
            <p:cNvSpPr/>
            <p:nvPr/>
          </p:nvSpPr>
          <p:spPr>
            <a:xfrm>
              <a:off x="5233125" y="1005900"/>
              <a:ext cx="415550" cy="415550"/>
            </a:xfrm>
            <a:custGeom>
              <a:avLst/>
              <a:gdLst/>
              <a:ahLst/>
              <a:cxnLst/>
              <a:rect l="l" t="t" r="r" b="b"/>
              <a:pathLst>
                <a:path w="16622" h="16622" extrusionOk="0">
                  <a:moveTo>
                    <a:pt x="7999" y="1"/>
                  </a:moveTo>
                  <a:lnTo>
                    <a:pt x="7892" y="1"/>
                  </a:lnTo>
                  <a:lnTo>
                    <a:pt x="7892" y="8000"/>
                  </a:lnTo>
                  <a:lnTo>
                    <a:pt x="1" y="8000"/>
                  </a:lnTo>
                  <a:cubicBezTo>
                    <a:pt x="1" y="11242"/>
                    <a:pt x="1960" y="14145"/>
                    <a:pt x="4935" y="15392"/>
                  </a:cubicBezTo>
                  <a:cubicBezTo>
                    <a:pt x="7928" y="16622"/>
                    <a:pt x="11366" y="15945"/>
                    <a:pt x="13664" y="13647"/>
                  </a:cubicBezTo>
                  <a:cubicBezTo>
                    <a:pt x="15945" y="11366"/>
                    <a:pt x="16621" y="7928"/>
                    <a:pt x="15392" y="4935"/>
                  </a:cubicBezTo>
                  <a:cubicBezTo>
                    <a:pt x="14145" y="1943"/>
                    <a:pt x="11242" y="1"/>
                    <a:pt x="7999" y="1"/>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8" name="Google Shape;438;p37"/>
          <p:cNvSpPr/>
          <p:nvPr/>
        </p:nvSpPr>
        <p:spPr>
          <a:xfrm>
            <a:off x="830238" y="3140280"/>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7"/>
          <p:cNvSpPr/>
          <p:nvPr/>
        </p:nvSpPr>
        <p:spPr>
          <a:xfrm>
            <a:off x="1287513" y="2770463"/>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7"/>
          <p:cNvSpPr/>
          <p:nvPr/>
        </p:nvSpPr>
        <p:spPr>
          <a:xfrm>
            <a:off x="2039913" y="742619"/>
            <a:ext cx="107827" cy="107819"/>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7"/>
          <p:cNvSpPr/>
          <p:nvPr/>
        </p:nvSpPr>
        <p:spPr>
          <a:xfrm rot="-1685758">
            <a:off x="724953" y="2780947"/>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2" name="Google Shape;442;p37"/>
          <p:cNvGrpSpPr/>
          <p:nvPr/>
        </p:nvGrpSpPr>
        <p:grpSpPr>
          <a:xfrm>
            <a:off x="6522182" y="1124566"/>
            <a:ext cx="953591" cy="334099"/>
            <a:chOff x="2271950" y="2722775"/>
            <a:chExt cx="575875" cy="201775"/>
          </a:xfrm>
        </p:grpSpPr>
        <p:sp>
          <p:nvSpPr>
            <p:cNvPr id="443" name="Google Shape;443;p37"/>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7"/>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7"/>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7"/>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7"/>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4" name="Google Shape;454;p37"/>
          <p:cNvSpPr/>
          <p:nvPr/>
        </p:nvSpPr>
        <p:spPr>
          <a:xfrm>
            <a:off x="2039926" y="3901465"/>
            <a:ext cx="416654" cy="491569"/>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7"/>
          <p:cNvSpPr/>
          <p:nvPr/>
        </p:nvSpPr>
        <p:spPr>
          <a:xfrm>
            <a:off x="2810726" y="803338"/>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7"/>
          <p:cNvSpPr/>
          <p:nvPr/>
        </p:nvSpPr>
        <p:spPr>
          <a:xfrm>
            <a:off x="6012013" y="4174200"/>
            <a:ext cx="107827" cy="108491"/>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7"/>
          <p:cNvSpPr/>
          <p:nvPr/>
        </p:nvSpPr>
        <p:spPr>
          <a:xfrm rot="7201932">
            <a:off x="1637012" y="3349078"/>
            <a:ext cx="371928" cy="370031"/>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7"/>
          <p:cNvSpPr/>
          <p:nvPr/>
        </p:nvSpPr>
        <p:spPr>
          <a:xfrm>
            <a:off x="7140551" y="3427410"/>
            <a:ext cx="213431" cy="213401"/>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7"/>
          <p:cNvSpPr/>
          <p:nvPr/>
        </p:nvSpPr>
        <p:spPr>
          <a:xfrm rot="7198898">
            <a:off x="7188899" y="2119119"/>
            <a:ext cx="700377" cy="696805"/>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7"/>
          <p:cNvSpPr/>
          <p:nvPr/>
        </p:nvSpPr>
        <p:spPr>
          <a:xfrm rot="7201932">
            <a:off x="7821662" y="2772440"/>
            <a:ext cx="371928" cy="370031"/>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7"/>
          <p:cNvSpPr/>
          <p:nvPr/>
        </p:nvSpPr>
        <p:spPr>
          <a:xfrm rot="7198898">
            <a:off x="838849" y="3636219"/>
            <a:ext cx="700377" cy="696805"/>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7"/>
          <p:cNvSpPr/>
          <p:nvPr/>
        </p:nvSpPr>
        <p:spPr>
          <a:xfrm rot="-1685758">
            <a:off x="7151203" y="1865722"/>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7"/>
          <p:cNvSpPr/>
          <p:nvPr/>
        </p:nvSpPr>
        <p:spPr>
          <a:xfrm>
            <a:off x="6647613" y="856425"/>
            <a:ext cx="107827" cy="108491"/>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4" name="Google Shape;464;p37"/>
          <p:cNvGrpSpPr/>
          <p:nvPr/>
        </p:nvGrpSpPr>
        <p:grpSpPr>
          <a:xfrm rot="5400000">
            <a:off x="7461288" y="4014463"/>
            <a:ext cx="65475" cy="397950"/>
            <a:chOff x="2551425" y="1409425"/>
            <a:chExt cx="65475" cy="397950"/>
          </a:xfrm>
        </p:grpSpPr>
        <p:sp>
          <p:nvSpPr>
            <p:cNvPr id="465" name="Google Shape;465;p37"/>
            <p:cNvSpPr/>
            <p:nvPr/>
          </p:nvSpPr>
          <p:spPr>
            <a:xfrm>
              <a:off x="2568775" y="1499550"/>
              <a:ext cx="36100" cy="30850"/>
            </a:xfrm>
            <a:custGeom>
              <a:avLst/>
              <a:gdLst/>
              <a:ahLst/>
              <a:cxnLst/>
              <a:rect l="l" t="t" r="r" b="b"/>
              <a:pathLst>
                <a:path w="1444" h="1234" extrusionOk="0">
                  <a:moveTo>
                    <a:pt x="621" y="0"/>
                  </a:moveTo>
                  <a:cubicBezTo>
                    <a:pt x="304" y="0"/>
                    <a:pt x="1" y="248"/>
                    <a:pt x="1" y="610"/>
                  </a:cubicBezTo>
                  <a:cubicBezTo>
                    <a:pt x="1" y="949"/>
                    <a:pt x="268" y="1234"/>
                    <a:pt x="607" y="1234"/>
                  </a:cubicBezTo>
                  <a:cubicBezTo>
                    <a:pt x="1159" y="1234"/>
                    <a:pt x="1444" y="575"/>
                    <a:pt x="1052" y="183"/>
                  </a:cubicBezTo>
                  <a:cubicBezTo>
                    <a:pt x="926" y="56"/>
                    <a:pt x="772" y="0"/>
                    <a:pt x="621"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7"/>
            <p:cNvSpPr/>
            <p:nvPr/>
          </p:nvSpPr>
          <p:spPr>
            <a:xfrm>
              <a:off x="2559875" y="1490575"/>
              <a:ext cx="57025" cy="48750"/>
            </a:xfrm>
            <a:custGeom>
              <a:avLst/>
              <a:gdLst/>
              <a:ahLst/>
              <a:cxnLst/>
              <a:rect l="l" t="t" r="r" b="b"/>
              <a:pathLst>
                <a:path w="2281" h="1950" extrusionOk="0">
                  <a:moveTo>
                    <a:pt x="984" y="96"/>
                  </a:moveTo>
                  <a:cubicBezTo>
                    <a:pt x="1772" y="96"/>
                    <a:pt x="2169" y="1046"/>
                    <a:pt x="1622" y="1611"/>
                  </a:cubicBezTo>
                  <a:cubicBezTo>
                    <a:pt x="1435" y="1797"/>
                    <a:pt x="1207" y="1880"/>
                    <a:pt x="984" y="1880"/>
                  </a:cubicBezTo>
                  <a:cubicBezTo>
                    <a:pt x="525" y="1880"/>
                    <a:pt x="90" y="1527"/>
                    <a:pt x="90" y="987"/>
                  </a:cubicBezTo>
                  <a:cubicBezTo>
                    <a:pt x="90" y="488"/>
                    <a:pt x="482" y="96"/>
                    <a:pt x="963" y="96"/>
                  </a:cubicBezTo>
                  <a:cubicBezTo>
                    <a:pt x="970" y="96"/>
                    <a:pt x="977" y="96"/>
                    <a:pt x="984" y="96"/>
                  </a:cubicBezTo>
                  <a:close/>
                  <a:moveTo>
                    <a:pt x="979" y="0"/>
                  </a:moveTo>
                  <a:cubicBezTo>
                    <a:pt x="481" y="0"/>
                    <a:pt x="1" y="391"/>
                    <a:pt x="1" y="969"/>
                  </a:cubicBezTo>
                  <a:cubicBezTo>
                    <a:pt x="1" y="1504"/>
                    <a:pt x="428" y="1949"/>
                    <a:pt x="963" y="1949"/>
                  </a:cubicBezTo>
                  <a:cubicBezTo>
                    <a:pt x="1835" y="1949"/>
                    <a:pt x="2281" y="898"/>
                    <a:pt x="1657" y="292"/>
                  </a:cubicBezTo>
                  <a:cubicBezTo>
                    <a:pt x="1461" y="90"/>
                    <a:pt x="1218" y="0"/>
                    <a:pt x="979"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7"/>
            <p:cNvSpPr/>
            <p:nvPr/>
          </p:nvSpPr>
          <p:spPr>
            <a:xfrm>
              <a:off x="2568775" y="1418400"/>
              <a:ext cx="36100" cy="30950"/>
            </a:xfrm>
            <a:custGeom>
              <a:avLst/>
              <a:gdLst/>
              <a:ahLst/>
              <a:cxnLst/>
              <a:rect l="l" t="t" r="r" b="b"/>
              <a:pathLst>
                <a:path w="1444" h="1238" extrusionOk="0">
                  <a:moveTo>
                    <a:pt x="613" y="0"/>
                  </a:moveTo>
                  <a:cubicBezTo>
                    <a:pt x="299" y="0"/>
                    <a:pt x="1" y="243"/>
                    <a:pt x="1" y="614"/>
                  </a:cubicBezTo>
                  <a:cubicBezTo>
                    <a:pt x="1" y="952"/>
                    <a:pt x="268" y="1220"/>
                    <a:pt x="607" y="1238"/>
                  </a:cubicBezTo>
                  <a:cubicBezTo>
                    <a:pt x="1159" y="1238"/>
                    <a:pt x="1444" y="578"/>
                    <a:pt x="1052" y="186"/>
                  </a:cubicBezTo>
                  <a:cubicBezTo>
                    <a:pt x="923" y="58"/>
                    <a:pt x="766" y="0"/>
                    <a:pt x="613"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7"/>
            <p:cNvSpPr/>
            <p:nvPr/>
          </p:nvSpPr>
          <p:spPr>
            <a:xfrm>
              <a:off x="2559875" y="1409425"/>
              <a:ext cx="56900" cy="48400"/>
            </a:xfrm>
            <a:custGeom>
              <a:avLst/>
              <a:gdLst/>
              <a:ahLst/>
              <a:cxnLst/>
              <a:rect l="l" t="t" r="r" b="b"/>
              <a:pathLst>
                <a:path w="2276" h="1936" extrusionOk="0">
                  <a:moveTo>
                    <a:pt x="984" y="100"/>
                  </a:moveTo>
                  <a:cubicBezTo>
                    <a:pt x="1772" y="100"/>
                    <a:pt x="2169" y="1049"/>
                    <a:pt x="1604" y="1614"/>
                  </a:cubicBezTo>
                  <a:cubicBezTo>
                    <a:pt x="1426" y="1798"/>
                    <a:pt x="1204" y="1880"/>
                    <a:pt x="985" y="1880"/>
                  </a:cubicBezTo>
                  <a:cubicBezTo>
                    <a:pt x="524" y="1880"/>
                    <a:pt x="78" y="1517"/>
                    <a:pt x="90" y="973"/>
                  </a:cubicBezTo>
                  <a:cubicBezTo>
                    <a:pt x="90" y="492"/>
                    <a:pt x="482" y="100"/>
                    <a:pt x="963" y="100"/>
                  </a:cubicBezTo>
                  <a:cubicBezTo>
                    <a:pt x="970" y="100"/>
                    <a:pt x="977" y="100"/>
                    <a:pt x="984" y="100"/>
                  </a:cubicBezTo>
                  <a:close/>
                  <a:moveTo>
                    <a:pt x="971" y="0"/>
                  </a:moveTo>
                  <a:cubicBezTo>
                    <a:pt x="476" y="0"/>
                    <a:pt x="1" y="386"/>
                    <a:pt x="1" y="973"/>
                  </a:cubicBezTo>
                  <a:cubicBezTo>
                    <a:pt x="1" y="1507"/>
                    <a:pt x="428" y="1935"/>
                    <a:pt x="963" y="1935"/>
                  </a:cubicBezTo>
                  <a:cubicBezTo>
                    <a:pt x="970" y="1935"/>
                    <a:pt x="977" y="1935"/>
                    <a:pt x="984" y="1935"/>
                  </a:cubicBezTo>
                  <a:cubicBezTo>
                    <a:pt x="1843" y="1935"/>
                    <a:pt x="2276" y="897"/>
                    <a:pt x="1657" y="296"/>
                  </a:cubicBezTo>
                  <a:cubicBezTo>
                    <a:pt x="1459" y="92"/>
                    <a:pt x="1213" y="0"/>
                    <a:pt x="971"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7"/>
            <p:cNvSpPr/>
            <p:nvPr/>
          </p:nvSpPr>
          <p:spPr>
            <a:xfrm>
              <a:off x="2568775" y="1588075"/>
              <a:ext cx="36100" cy="30950"/>
            </a:xfrm>
            <a:custGeom>
              <a:avLst/>
              <a:gdLst/>
              <a:ahLst/>
              <a:cxnLst/>
              <a:rect l="l" t="t" r="r" b="b"/>
              <a:pathLst>
                <a:path w="1444" h="1238" extrusionOk="0">
                  <a:moveTo>
                    <a:pt x="613" y="1"/>
                  </a:moveTo>
                  <a:cubicBezTo>
                    <a:pt x="299" y="1"/>
                    <a:pt x="1" y="243"/>
                    <a:pt x="1" y="614"/>
                  </a:cubicBezTo>
                  <a:cubicBezTo>
                    <a:pt x="1" y="953"/>
                    <a:pt x="268" y="1220"/>
                    <a:pt x="607" y="1238"/>
                  </a:cubicBezTo>
                  <a:cubicBezTo>
                    <a:pt x="1159" y="1238"/>
                    <a:pt x="1444" y="579"/>
                    <a:pt x="1052" y="187"/>
                  </a:cubicBezTo>
                  <a:cubicBezTo>
                    <a:pt x="923" y="58"/>
                    <a:pt x="766" y="1"/>
                    <a:pt x="613"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7"/>
            <p:cNvSpPr/>
            <p:nvPr/>
          </p:nvSpPr>
          <p:spPr>
            <a:xfrm>
              <a:off x="2559875" y="1579100"/>
              <a:ext cx="57025" cy="48850"/>
            </a:xfrm>
            <a:custGeom>
              <a:avLst/>
              <a:gdLst/>
              <a:ahLst/>
              <a:cxnLst/>
              <a:rect l="l" t="t" r="r" b="b"/>
              <a:pathLst>
                <a:path w="2281" h="1954" extrusionOk="0">
                  <a:moveTo>
                    <a:pt x="984" y="100"/>
                  </a:moveTo>
                  <a:cubicBezTo>
                    <a:pt x="1772" y="100"/>
                    <a:pt x="2169" y="1050"/>
                    <a:pt x="1622" y="1615"/>
                  </a:cubicBezTo>
                  <a:cubicBezTo>
                    <a:pt x="1438" y="1793"/>
                    <a:pt x="1213" y="1873"/>
                    <a:pt x="992" y="1873"/>
                  </a:cubicBezTo>
                  <a:cubicBezTo>
                    <a:pt x="531" y="1873"/>
                    <a:pt x="90" y="1522"/>
                    <a:pt x="90" y="991"/>
                  </a:cubicBezTo>
                  <a:cubicBezTo>
                    <a:pt x="90" y="492"/>
                    <a:pt x="482" y="100"/>
                    <a:pt x="963" y="100"/>
                  </a:cubicBezTo>
                  <a:cubicBezTo>
                    <a:pt x="970" y="100"/>
                    <a:pt x="977" y="100"/>
                    <a:pt x="984" y="100"/>
                  </a:cubicBezTo>
                  <a:close/>
                  <a:moveTo>
                    <a:pt x="971" y="1"/>
                  </a:moveTo>
                  <a:cubicBezTo>
                    <a:pt x="476" y="1"/>
                    <a:pt x="1" y="386"/>
                    <a:pt x="1" y="973"/>
                  </a:cubicBezTo>
                  <a:cubicBezTo>
                    <a:pt x="1" y="1508"/>
                    <a:pt x="428" y="1935"/>
                    <a:pt x="963" y="1953"/>
                  </a:cubicBezTo>
                  <a:cubicBezTo>
                    <a:pt x="1835" y="1953"/>
                    <a:pt x="2281" y="902"/>
                    <a:pt x="1657" y="296"/>
                  </a:cubicBezTo>
                  <a:cubicBezTo>
                    <a:pt x="1459" y="92"/>
                    <a:pt x="1213" y="1"/>
                    <a:pt x="971"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7"/>
            <p:cNvSpPr/>
            <p:nvPr/>
          </p:nvSpPr>
          <p:spPr>
            <a:xfrm>
              <a:off x="2563450" y="1679125"/>
              <a:ext cx="35650" cy="30950"/>
            </a:xfrm>
            <a:custGeom>
              <a:avLst/>
              <a:gdLst/>
              <a:ahLst/>
              <a:cxnLst/>
              <a:rect l="l" t="t" r="r" b="b"/>
              <a:pathLst>
                <a:path w="1426" h="1238" extrusionOk="0">
                  <a:moveTo>
                    <a:pt x="820" y="1"/>
                  </a:moveTo>
                  <a:cubicBezTo>
                    <a:pt x="267" y="1"/>
                    <a:pt x="0" y="660"/>
                    <a:pt x="374" y="1052"/>
                  </a:cubicBezTo>
                  <a:cubicBezTo>
                    <a:pt x="503" y="1180"/>
                    <a:pt x="660" y="1238"/>
                    <a:pt x="813" y="1238"/>
                  </a:cubicBezTo>
                  <a:cubicBezTo>
                    <a:pt x="1127" y="1238"/>
                    <a:pt x="1425" y="995"/>
                    <a:pt x="1425" y="624"/>
                  </a:cubicBezTo>
                  <a:cubicBezTo>
                    <a:pt x="1425" y="286"/>
                    <a:pt x="1158" y="1"/>
                    <a:pt x="820"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7"/>
            <p:cNvSpPr/>
            <p:nvPr/>
          </p:nvSpPr>
          <p:spPr>
            <a:xfrm>
              <a:off x="2551425" y="1670225"/>
              <a:ext cx="56575" cy="48750"/>
            </a:xfrm>
            <a:custGeom>
              <a:avLst/>
              <a:gdLst/>
              <a:ahLst/>
              <a:cxnLst/>
              <a:rect l="l" t="t" r="r" b="b"/>
              <a:pathLst>
                <a:path w="2263" h="1950" extrusionOk="0">
                  <a:moveTo>
                    <a:pt x="1278" y="73"/>
                  </a:moveTo>
                  <a:cubicBezTo>
                    <a:pt x="1739" y="73"/>
                    <a:pt x="2186" y="437"/>
                    <a:pt x="2173" y="980"/>
                  </a:cubicBezTo>
                  <a:cubicBezTo>
                    <a:pt x="2173" y="1461"/>
                    <a:pt x="1782" y="1853"/>
                    <a:pt x="1301" y="1853"/>
                  </a:cubicBezTo>
                  <a:cubicBezTo>
                    <a:pt x="1293" y="1853"/>
                    <a:pt x="1286" y="1853"/>
                    <a:pt x="1279" y="1853"/>
                  </a:cubicBezTo>
                  <a:cubicBezTo>
                    <a:pt x="491" y="1853"/>
                    <a:pt x="94" y="904"/>
                    <a:pt x="659" y="339"/>
                  </a:cubicBezTo>
                  <a:cubicBezTo>
                    <a:pt x="837" y="155"/>
                    <a:pt x="1059" y="73"/>
                    <a:pt x="1278" y="73"/>
                  </a:cubicBezTo>
                  <a:close/>
                  <a:moveTo>
                    <a:pt x="1301" y="0"/>
                  </a:moveTo>
                  <a:cubicBezTo>
                    <a:pt x="428" y="0"/>
                    <a:pt x="0" y="1051"/>
                    <a:pt x="606" y="1657"/>
                  </a:cubicBezTo>
                  <a:cubicBezTo>
                    <a:pt x="802" y="1859"/>
                    <a:pt x="1045" y="1949"/>
                    <a:pt x="1284" y="1949"/>
                  </a:cubicBezTo>
                  <a:cubicBezTo>
                    <a:pt x="1782" y="1949"/>
                    <a:pt x="2263" y="1558"/>
                    <a:pt x="2263" y="980"/>
                  </a:cubicBezTo>
                  <a:cubicBezTo>
                    <a:pt x="2263" y="446"/>
                    <a:pt x="1835" y="0"/>
                    <a:pt x="1301"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7"/>
            <p:cNvSpPr/>
            <p:nvPr/>
          </p:nvSpPr>
          <p:spPr>
            <a:xfrm>
              <a:off x="2563450" y="1767750"/>
              <a:ext cx="35650" cy="30850"/>
            </a:xfrm>
            <a:custGeom>
              <a:avLst/>
              <a:gdLst/>
              <a:ahLst/>
              <a:cxnLst/>
              <a:rect l="l" t="t" r="r" b="b"/>
              <a:pathLst>
                <a:path w="1426" h="1234" extrusionOk="0">
                  <a:moveTo>
                    <a:pt x="820" y="1"/>
                  </a:moveTo>
                  <a:cubicBezTo>
                    <a:pt x="267" y="1"/>
                    <a:pt x="0" y="660"/>
                    <a:pt x="374" y="1052"/>
                  </a:cubicBezTo>
                  <a:cubicBezTo>
                    <a:pt x="500" y="1177"/>
                    <a:pt x="653" y="1234"/>
                    <a:pt x="803" y="1234"/>
                  </a:cubicBezTo>
                  <a:cubicBezTo>
                    <a:pt x="1121" y="1234"/>
                    <a:pt x="1425" y="982"/>
                    <a:pt x="1425" y="606"/>
                  </a:cubicBezTo>
                  <a:cubicBezTo>
                    <a:pt x="1425" y="268"/>
                    <a:pt x="1158" y="1"/>
                    <a:pt x="820"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7"/>
            <p:cNvSpPr/>
            <p:nvPr/>
          </p:nvSpPr>
          <p:spPr>
            <a:xfrm>
              <a:off x="2551425" y="1758850"/>
              <a:ext cx="56575" cy="48525"/>
            </a:xfrm>
            <a:custGeom>
              <a:avLst/>
              <a:gdLst/>
              <a:ahLst/>
              <a:cxnLst/>
              <a:rect l="l" t="t" r="r" b="b"/>
              <a:pathLst>
                <a:path w="2263" h="1941" extrusionOk="0">
                  <a:moveTo>
                    <a:pt x="1284" y="69"/>
                  </a:moveTo>
                  <a:cubicBezTo>
                    <a:pt x="1738" y="69"/>
                    <a:pt x="2173" y="423"/>
                    <a:pt x="2173" y="962"/>
                  </a:cubicBezTo>
                  <a:cubicBezTo>
                    <a:pt x="2191" y="1461"/>
                    <a:pt x="1799" y="1853"/>
                    <a:pt x="1301" y="1871"/>
                  </a:cubicBezTo>
                  <a:lnTo>
                    <a:pt x="1301" y="1853"/>
                  </a:lnTo>
                  <a:cubicBezTo>
                    <a:pt x="1293" y="1853"/>
                    <a:pt x="1286" y="1853"/>
                    <a:pt x="1279" y="1853"/>
                  </a:cubicBezTo>
                  <a:cubicBezTo>
                    <a:pt x="491" y="1853"/>
                    <a:pt x="94" y="904"/>
                    <a:pt x="659" y="339"/>
                  </a:cubicBezTo>
                  <a:cubicBezTo>
                    <a:pt x="840" y="153"/>
                    <a:pt x="1064" y="69"/>
                    <a:pt x="1284" y="69"/>
                  </a:cubicBezTo>
                  <a:close/>
                  <a:moveTo>
                    <a:pt x="1301" y="0"/>
                  </a:moveTo>
                  <a:cubicBezTo>
                    <a:pt x="428" y="0"/>
                    <a:pt x="0" y="1034"/>
                    <a:pt x="606" y="1657"/>
                  </a:cubicBezTo>
                  <a:cubicBezTo>
                    <a:pt x="801" y="1853"/>
                    <a:pt x="1043" y="1941"/>
                    <a:pt x="1281" y="1941"/>
                  </a:cubicBezTo>
                  <a:cubicBezTo>
                    <a:pt x="1780" y="1941"/>
                    <a:pt x="2263" y="1554"/>
                    <a:pt x="2263" y="962"/>
                  </a:cubicBezTo>
                  <a:cubicBezTo>
                    <a:pt x="2263" y="428"/>
                    <a:pt x="1835" y="0"/>
                    <a:pt x="1301"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5" name="Google Shape;475;p37"/>
          <p:cNvSpPr/>
          <p:nvPr/>
        </p:nvSpPr>
        <p:spPr>
          <a:xfrm>
            <a:off x="8021301" y="742615"/>
            <a:ext cx="416654" cy="491569"/>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7"/>
          <p:cNvSpPr/>
          <p:nvPr/>
        </p:nvSpPr>
        <p:spPr>
          <a:xfrm>
            <a:off x="6661124" y="2531528"/>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7">
            <a:hlinkClick r:id="" action="ppaction://hlinkshowjump?jump=nextslide"/>
          </p:cNvPr>
          <p:cNvSpPr/>
          <p:nvPr/>
        </p:nvSpPr>
        <p:spPr>
          <a:xfrm rot="5400000">
            <a:off x="821542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7">
            <a:hlinkClick r:id="" action="ppaction://hlinkshowjump?jump=previousslide"/>
          </p:cNvPr>
          <p:cNvSpPr/>
          <p:nvPr/>
        </p:nvSpPr>
        <p:spPr>
          <a:xfrm rot="-5400000" flipH="1">
            <a:off x="73197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7">
            <a:hlinkClick r:id="rId3" action="ppaction://hlinksldjump"/>
          </p:cNvPr>
          <p:cNvSpPr txBox="1"/>
          <p:nvPr/>
        </p:nvSpPr>
        <p:spPr>
          <a:xfrm>
            <a:off x="92245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MENU</a:t>
            </a:r>
            <a:endParaRPr sz="1000">
              <a:solidFill>
                <a:schemeClr val="dk1"/>
              </a:solidFill>
              <a:latin typeface="Bebas Neue"/>
              <a:ea typeface="Bebas Neue"/>
              <a:cs typeface="Bebas Neue"/>
              <a:sym typeface="Bebas Neue"/>
            </a:endParaRPr>
          </a:p>
        </p:txBody>
      </p:sp>
      <p:sp>
        <p:nvSpPr>
          <p:cNvPr id="480" name="Google Shape;480;p37">
            <a:hlinkClick r:id="" action="ppaction://noaction"/>
          </p:cNvPr>
          <p:cNvSpPr txBox="1"/>
          <p:nvPr/>
        </p:nvSpPr>
        <p:spPr>
          <a:xfrm>
            <a:off x="151793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ANALYSIS</a:t>
            </a:r>
            <a:endParaRPr sz="1000">
              <a:solidFill>
                <a:schemeClr val="dk1"/>
              </a:solidFill>
              <a:latin typeface="Bebas Neue"/>
              <a:ea typeface="Bebas Neue"/>
              <a:cs typeface="Bebas Neue"/>
              <a:sym typeface="Bebas Neue"/>
            </a:endParaRPr>
          </a:p>
        </p:txBody>
      </p:sp>
      <p:sp>
        <p:nvSpPr>
          <p:cNvPr id="481" name="Google Shape;481;p37">
            <a:hlinkClick r:id="" action="ppaction://noaction"/>
          </p:cNvPr>
          <p:cNvSpPr txBox="1"/>
          <p:nvPr/>
        </p:nvSpPr>
        <p:spPr>
          <a:xfrm>
            <a:off x="211341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CONTACT</a:t>
            </a:r>
            <a:endParaRPr sz="1000">
              <a:solidFill>
                <a:schemeClr val="dk1"/>
              </a:solidFill>
              <a:latin typeface="Bebas Neue"/>
              <a:ea typeface="Bebas Neue"/>
              <a:cs typeface="Bebas Neue"/>
              <a:sym typeface="Bebas Neue"/>
            </a:endParaRPr>
          </a:p>
        </p:txBody>
      </p:sp>
      <p:grpSp>
        <p:nvGrpSpPr>
          <p:cNvPr id="482" name="Google Shape;482;p37"/>
          <p:cNvGrpSpPr/>
          <p:nvPr/>
        </p:nvGrpSpPr>
        <p:grpSpPr>
          <a:xfrm>
            <a:off x="706038" y="312972"/>
            <a:ext cx="140222" cy="140409"/>
            <a:chOff x="2741000" y="199475"/>
            <a:chExt cx="191953" cy="192210"/>
          </a:xfrm>
        </p:grpSpPr>
        <p:sp>
          <p:nvSpPr>
            <p:cNvPr id="483" name="Google Shape;483;p37"/>
            <p:cNvSpPr/>
            <p:nvPr/>
          </p:nvSpPr>
          <p:spPr>
            <a:xfrm>
              <a:off x="2741000"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7"/>
            <p:cNvSpPr/>
            <p:nvPr/>
          </p:nvSpPr>
          <p:spPr>
            <a:xfrm>
              <a:off x="2741000"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7"/>
            <p:cNvSpPr/>
            <p:nvPr/>
          </p:nvSpPr>
          <p:spPr>
            <a:xfrm>
              <a:off x="2741000"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7"/>
            <p:cNvSpPr/>
            <p:nvPr/>
          </p:nvSpPr>
          <p:spPr>
            <a:xfrm>
              <a:off x="2815215"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7"/>
            <p:cNvSpPr/>
            <p:nvPr/>
          </p:nvSpPr>
          <p:spPr>
            <a:xfrm>
              <a:off x="2815215"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7"/>
            <p:cNvSpPr/>
            <p:nvPr/>
          </p:nvSpPr>
          <p:spPr>
            <a:xfrm>
              <a:off x="2815215"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7"/>
            <p:cNvSpPr/>
            <p:nvPr/>
          </p:nvSpPr>
          <p:spPr>
            <a:xfrm>
              <a:off x="2889453"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7"/>
            <p:cNvSpPr/>
            <p:nvPr/>
          </p:nvSpPr>
          <p:spPr>
            <a:xfrm>
              <a:off x="2889453"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7"/>
            <p:cNvSpPr/>
            <p:nvPr/>
          </p:nvSpPr>
          <p:spPr>
            <a:xfrm>
              <a:off x="2889453"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2" name="Google Shape;492;p37">
            <a:hlinkClick r:id="rId4" action="ppaction://hlinksldjump"/>
          </p:cNvPr>
          <p:cNvSpPr/>
          <p:nvPr/>
        </p:nvSpPr>
        <p:spPr>
          <a:xfrm>
            <a:off x="669500" y="276525"/>
            <a:ext cx="213300" cy="21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93" name="Google Shape;493;p37"/>
          <p:cNvCxnSpPr/>
          <p:nvPr/>
        </p:nvCxnSpPr>
        <p:spPr>
          <a:xfrm>
            <a:off x="3185561" y="2770463"/>
            <a:ext cx="2772900" cy="0"/>
          </a:xfrm>
          <a:prstGeom prst="straightConnector1">
            <a:avLst/>
          </a:prstGeom>
          <a:noFill/>
          <a:ln w="9525" cap="flat" cmpd="sng">
            <a:solidFill>
              <a:schemeClr val="dk1"/>
            </a:solidFill>
            <a:prstDash val="solid"/>
            <a:round/>
            <a:headEnd type="none" w="med" len="med"/>
            <a:tailEnd type="none" w="med" len="med"/>
          </a:ln>
        </p:spPr>
      </p:cxnSp>
      <p:sp>
        <p:nvSpPr>
          <p:cNvPr id="93" name="Google Shape;504;p38">
            <a:extLst>
              <a:ext uri="{FF2B5EF4-FFF2-40B4-BE49-F238E27FC236}">
                <a16:creationId xmlns:a16="http://schemas.microsoft.com/office/drawing/2014/main" id="{6388D29F-D5CE-4CAA-AD29-2046A8FE14F8}"/>
              </a:ext>
            </a:extLst>
          </p:cNvPr>
          <p:cNvSpPr/>
          <p:nvPr/>
        </p:nvSpPr>
        <p:spPr>
          <a:xfrm>
            <a:off x="1346151" y="1590098"/>
            <a:ext cx="1152871" cy="101603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508;p38">
            <a:extLst>
              <a:ext uri="{FF2B5EF4-FFF2-40B4-BE49-F238E27FC236}">
                <a16:creationId xmlns:a16="http://schemas.microsoft.com/office/drawing/2014/main" id="{48A2F1DE-B4B6-4EE4-8620-3402D5131ECE}"/>
              </a:ext>
            </a:extLst>
          </p:cNvPr>
          <p:cNvSpPr txBox="1">
            <a:spLocks/>
          </p:cNvSpPr>
          <p:nvPr/>
        </p:nvSpPr>
        <p:spPr>
          <a:xfrm>
            <a:off x="1534781" y="1799339"/>
            <a:ext cx="791765" cy="61768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5400" dirty="0">
                <a:solidFill>
                  <a:schemeClr val="lt1"/>
                </a:solidFill>
                <a:latin typeface="Bebas Neue"/>
                <a:sym typeface="Bebas Neue"/>
              </a:rPr>
              <a:t>02</a:t>
            </a:r>
          </a:p>
        </p:txBody>
      </p:sp>
    </p:spTree>
    <p:extLst>
      <p:ext uri="{BB962C8B-B14F-4D97-AF65-F5344CB8AC3E}">
        <p14:creationId xmlns:p14="http://schemas.microsoft.com/office/powerpoint/2010/main" val="826591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97">
                                            <p:txEl>
                                              <p:pRg st="0" end="0"/>
                                            </p:txEl>
                                          </p:spTgt>
                                        </p:tgtEl>
                                        <p:attrNameLst>
                                          <p:attrName>style.visibility</p:attrName>
                                        </p:attrNameLst>
                                      </p:cBhvr>
                                      <p:to>
                                        <p:strVal val="visible"/>
                                      </p:to>
                                    </p:set>
                                    <p:animEffect transition="in" filter="wipe(down)">
                                      <p:cBhvr>
                                        <p:cTn id="7" dur="500"/>
                                        <p:tgtEl>
                                          <p:spTgt spid="39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97">
                                            <p:txEl>
                                              <p:pRg st="1" end="1"/>
                                            </p:txEl>
                                          </p:spTgt>
                                        </p:tgtEl>
                                        <p:attrNameLst>
                                          <p:attrName>style.visibility</p:attrName>
                                        </p:attrNameLst>
                                      </p:cBhvr>
                                      <p:to>
                                        <p:strVal val="visible"/>
                                      </p:to>
                                    </p:set>
                                    <p:animEffect transition="in" filter="wipe(down)">
                                      <p:cBhvr>
                                        <p:cTn id="12" dur="500"/>
                                        <p:tgtEl>
                                          <p:spTgt spid="39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97">
                                            <p:txEl>
                                              <p:pRg st="2" end="2"/>
                                            </p:txEl>
                                          </p:spTgt>
                                        </p:tgtEl>
                                        <p:attrNameLst>
                                          <p:attrName>style.visibility</p:attrName>
                                        </p:attrNameLst>
                                      </p:cBhvr>
                                      <p:to>
                                        <p:strVal val="visible"/>
                                      </p:to>
                                    </p:set>
                                    <p:animEffect transition="in" filter="wipe(down)">
                                      <p:cBhvr>
                                        <p:cTn id="17" dur="500"/>
                                        <p:tgtEl>
                                          <p:spTgt spid="397">
                                            <p:txEl>
                                              <p:pRg st="2" end="2"/>
                                            </p:txEl>
                                          </p:spTgt>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398"/>
                                        </p:tgtEl>
                                        <p:attrNameLst>
                                          <p:attrName>style.visibility</p:attrName>
                                        </p:attrNameLst>
                                      </p:cBhvr>
                                      <p:to>
                                        <p:strVal val="visible"/>
                                      </p:to>
                                    </p:set>
                                    <p:animEffect transition="in" filter="wipe(down)">
                                      <p:cBhvr>
                                        <p:cTn id="20" dur="500"/>
                                        <p:tgtEl>
                                          <p:spTgt spid="398"/>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439"/>
                                        </p:tgtEl>
                                        <p:attrNameLst>
                                          <p:attrName>style.visibility</p:attrName>
                                        </p:attrNameLst>
                                      </p:cBhvr>
                                      <p:to>
                                        <p:strVal val="visible"/>
                                      </p:to>
                                    </p:set>
                                    <p:animEffect transition="in" filter="wipe(down)">
                                      <p:cBhvr>
                                        <p:cTn id="23" dur="500"/>
                                        <p:tgtEl>
                                          <p:spTgt spid="439"/>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457"/>
                                        </p:tgtEl>
                                        <p:attrNameLst>
                                          <p:attrName>style.visibility</p:attrName>
                                        </p:attrNameLst>
                                      </p:cBhvr>
                                      <p:to>
                                        <p:strVal val="visible"/>
                                      </p:to>
                                    </p:set>
                                    <p:animEffect transition="in" filter="wipe(down)">
                                      <p:cBhvr>
                                        <p:cTn id="26" dur="500"/>
                                        <p:tgtEl>
                                          <p:spTgt spid="457"/>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458"/>
                                        </p:tgtEl>
                                        <p:attrNameLst>
                                          <p:attrName>style.visibility</p:attrName>
                                        </p:attrNameLst>
                                      </p:cBhvr>
                                      <p:to>
                                        <p:strVal val="visible"/>
                                      </p:to>
                                    </p:set>
                                    <p:animEffect transition="in" filter="wipe(down)">
                                      <p:cBhvr>
                                        <p:cTn id="29" dur="500"/>
                                        <p:tgtEl>
                                          <p:spTgt spid="458"/>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462"/>
                                        </p:tgtEl>
                                        <p:attrNameLst>
                                          <p:attrName>style.visibility</p:attrName>
                                        </p:attrNameLst>
                                      </p:cBhvr>
                                      <p:to>
                                        <p:strVal val="visible"/>
                                      </p:to>
                                    </p:set>
                                    <p:animEffect transition="in" filter="wipe(down)">
                                      <p:cBhvr>
                                        <p:cTn id="32" dur="500"/>
                                        <p:tgtEl>
                                          <p:spTgt spid="462"/>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476"/>
                                        </p:tgtEl>
                                        <p:attrNameLst>
                                          <p:attrName>style.visibility</p:attrName>
                                        </p:attrNameLst>
                                      </p:cBhvr>
                                      <p:to>
                                        <p:strVal val="visible"/>
                                      </p:to>
                                    </p:set>
                                    <p:animEffect transition="in" filter="wipe(down)">
                                      <p:cBhvr>
                                        <p:cTn id="35" dur="500"/>
                                        <p:tgtEl>
                                          <p:spTgt spid="476"/>
                                        </p:tgtEl>
                                      </p:cBhvr>
                                    </p:animEffect>
                                  </p:childTnLst>
                                </p:cTn>
                              </p:par>
                              <p:par>
                                <p:cTn id="36" presetID="22" presetClass="entr" presetSubtype="4" fill="hold" nodeType="withEffect">
                                  <p:stCondLst>
                                    <p:cond delay="0"/>
                                  </p:stCondLst>
                                  <p:childTnLst>
                                    <p:set>
                                      <p:cBhvr>
                                        <p:cTn id="37" dur="1" fill="hold">
                                          <p:stCondLst>
                                            <p:cond delay="0"/>
                                          </p:stCondLst>
                                        </p:cTn>
                                        <p:tgtEl>
                                          <p:spTgt spid="493"/>
                                        </p:tgtEl>
                                        <p:attrNameLst>
                                          <p:attrName>style.visibility</p:attrName>
                                        </p:attrNameLst>
                                      </p:cBhvr>
                                      <p:to>
                                        <p:strVal val="visible"/>
                                      </p:to>
                                    </p:set>
                                    <p:animEffect transition="in" filter="wipe(down)">
                                      <p:cBhvr>
                                        <p:cTn id="38" dur="500"/>
                                        <p:tgtEl>
                                          <p:spTgt spid="493"/>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93"/>
                                        </p:tgtEl>
                                        <p:attrNameLst>
                                          <p:attrName>style.visibility</p:attrName>
                                        </p:attrNameLst>
                                      </p:cBhvr>
                                      <p:to>
                                        <p:strVal val="visible"/>
                                      </p:to>
                                    </p:set>
                                    <p:animEffect transition="in" filter="wipe(down)">
                                      <p:cBhvr>
                                        <p:cTn id="41" dur="500"/>
                                        <p:tgtEl>
                                          <p:spTgt spid="93"/>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94"/>
                                        </p:tgtEl>
                                        <p:attrNameLst>
                                          <p:attrName>style.visibility</p:attrName>
                                        </p:attrNameLst>
                                      </p:cBhvr>
                                      <p:to>
                                        <p:strVal val="visible"/>
                                      </p:to>
                                    </p:set>
                                    <p:animEffect transition="in" filter="wipe(down)">
                                      <p:cBhvr>
                                        <p:cTn id="44" dur="5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 grpId="0" build="p"/>
      <p:bldP spid="398" grpId="0"/>
      <p:bldP spid="439" grpId="0" animBg="1"/>
      <p:bldP spid="457" grpId="0" animBg="1"/>
      <p:bldP spid="458" grpId="0" animBg="1"/>
      <p:bldP spid="462" grpId="0" animBg="1"/>
      <p:bldP spid="476" grpId="0" animBg="1"/>
      <p:bldP spid="93" grpId="0" animBg="1"/>
      <p:bldP spid="9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39"/>
          <p:cNvSpPr txBox="1">
            <a:spLocks noGrp="1"/>
          </p:cNvSpPr>
          <p:nvPr>
            <p:ph type="title"/>
          </p:nvPr>
        </p:nvSpPr>
        <p:spPr>
          <a:xfrm>
            <a:off x="4384500" y="1404538"/>
            <a:ext cx="4045200" cy="768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POWER BI</a:t>
            </a:r>
            <a:endParaRPr dirty="0"/>
          </a:p>
        </p:txBody>
      </p:sp>
      <p:sp>
        <p:nvSpPr>
          <p:cNvPr id="556" name="Google Shape;556;p39"/>
          <p:cNvSpPr txBox="1">
            <a:spLocks noGrp="1"/>
          </p:cNvSpPr>
          <p:nvPr>
            <p:ph type="subTitle" idx="1"/>
          </p:nvPr>
        </p:nvSpPr>
        <p:spPr>
          <a:xfrm>
            <a:off x="4422663" y="2314563"/>
            <a:ext cx="4613510" cy="142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U</a:t>
            </a:r>
            <a:r>
              <a:rPr lang="fr-FR" dirty="0"/>
              <a:t>ne suite d'outils de business intelligence (BI) développée par Microsoft. Elle offre des fonctionnalités puissantes pour l'analyse, la visualisation et la compréhension des données, ce qui permet aux entreprises et aux utilisateurs individuels de prendre des décisions éclairées.</a:t>
            </a:r>
          </a:p>
          <a:p>
            <a:pPr marL="0" indent="0" algn="l"/>
            <a:r>
              <a:rPr lang="fr-FR" dirty="0"/>
              <a:t> </a:t>
            </a:r>
          </a:p>
          <a:p>
            <a:pPr marL="0" lvl="0" indent="0" algn="l" rtl="0">
              <a:spcBef>
                <a:spcPts val="0"/>
              </a:spcBef>
              <a:spcAft>
                <a:spcPts val="0"/>
              </a:spcAft>
              <a:buNone/>
            </a:pPr>
            <a:r>
              <a:rPr lang="fr-FR" dirty="0"/>
              <a:t> </a:t>
            </a:r>
            <a:endParaRPr lang="en-US" dirty="0"/>
          </a:p>
        </p:txBody>
      </p:sp>
      <p:sp>
        <p:nvSpPr>
          <p:cNvPr id="557" name="Google Shape;557;p39"/>
          <p:cNvSpPr/>
          <p:nvPr/>
        </p:nvSpPr>
        <p:spPr>
          <a:xfrm>
            <a:off x="4651513" y="1645880"/>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9"/>
          <p:cNvSpPr/>
          <p:nvPr/>
        </p:nvSpPr>
        <p:spPr>
          <a:xfrm>
            <a:off x="5694800" y="4148331"/>
            <a:ext cx="107827" cy="107819"/>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9"/>
          <p:cNvSpPr/>
          <p:nvPr/>
        </p:nvSpPr>
        <p:spPr>
          <a:xfrm rot="-1685758">
            <a:off x="4258316" y="967447"/>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0" name="Google Shape;560;p39"/>
          <p:cNvGrpSpPr/>
          <p:nvPr/>
        </p:nvGrpSpPr>
        <p:grpSpPr>
          <a:xfrm>
            <a:off x="706057" y="956975"/>
            <a:ext cx="3107245" cy="3299166"/>
            <a:chOff x="299357" y="956975"/>
            <a:chExt cx="3107245" cy="3299166"/>
          </a:xfrm>
        </p:grpSpPr>
        <p:grpSp>
          <p:nvGrpSpPr>
            <p:cNvPr id="561" name="Google Shape;561;p39"/>
            <p:cNvGrpSpPr/>
            <p:nvPr/>
          </p:nvGrpSpPr>
          <p:grpSpPr>
            <a:xfrm>
              <a:off x="2494950" y="1297100"/>
              <a:ext cx="65475" cy="397950"/>
              <a:chOff x="2551425" y="1409425"/>
              <a:chExt cx="65475" cy="397950"/>
            </a:xfrm>
          </p:grpSpPr>
          <p:sp>
            <p:nvSpPr>
              <p:cNvPr id="562" name="Google Shape;562;p39"/>
              <p:cNvSpPr/>
              <p:nvPr/>
            </p:nvSpPr>
            <p:spPr>
              <a:xfrm>
                <a:off x="2568775" y="1499550"/>
                <a:ext cx="36100" cy="30850"/>
              </a:xfrm>
              <a:custGeom>
                <a:avLst/>
                <a:gdLst/>
                <a:ahLst/>
                <a:cxnLst/>
                <a:rect l="l" t="t" r="r" b="b"/>
                <a:pathLst>
                  <a:path w="1444" h="1234" extrusionOk="0">
                    <a:moveTo>
                      <a:pt x="621" y="0"/>
                    </a:moveTo>
                    <a:cubicBezTo>
                      <a:pt x="304" y="0"/>
                      <a:pt x="1" y="248"/>
                      <a:pt x="1" y="610"/>
                    </a:cubicBezTo>
                    <a:cubicBezTo>
                      <a:pt x="1" y="949"/>
                      <a:pt x="268" y="1234"/>
                      <a:pt x="607" y="1234"/>
                    </a:cubicBezTo>
                    <a:cubicBezTo>
                      <a:pt x="1159" y="1234"/>
                      <a:pt x="1444" y="575"/>
                      <a:pt x="1052" y="183"/>
                    </a:cubicBezTo>
                    <a:cubicBezTo>
                      <a:pt x="926" y="56"/>
                      <a:pt x="772" y="0"/>
                      <a:pt x="621"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9"/>
              <p:cNvSpPr/>
              <p:nvPr/>
            </p:nvSpPr>
            <p:spPr>
              <a:xfrm>
                <a:off x="2559875" y="1490575"/>
                <a:ext cx="57025" cy="48750"/>
              </a:xfrm>
              <a:custGeom>
                <a:avLst/>
                <a:gdLst/>
                <a:ahLst/>
                <a:cxnLst/>
                <a:rect l="l" t="t" r="r" b="b"/>
                <a:pathLst>
                  <a:path w="2281" h="1950" extrusionOk="0">
                    <a:moveTo>
                      <a:pt x="984" y="96"/>
                    </a:moveTo>
                    <a:cubicBezTo>
                      <a:pt x="1772" y="96"/>
                      <a:pt x="2169" y="1046"/>
                      <a:pt x="1622" y="1611"/>
                    </a:cubicBezTo>
                    <a:cubicBezTo>
                      <a:pt x="1435" y="1797"/>
                      <a:pt x="1207" y="1880"/>
                      <a:pt x="984" y="1880"/>
                    </a:cubicBezTo>
                    <a:cubicBezTo>
                      <a:pt x="525" y="1880"/>
                      <a:pt x="90" y="1527"/>
                      <a:pt x="90" y="987"/>
                    </a:cubicBezTo>
                    <a:cubicBezTo>
                      <a:pt x="90" y="488"/>
                      <a:pt x="482" y="96"/>
                      <a:pt x="963" y="96"/>
                    </a:cubicBezTo>
                    <a:cubicBezTo>
                      <a:pt x="970" y="96"/>
                      <a:pt x="977" y="96"/>
                      <a:pt x="984" y="96"/>
                    </a:cubicBezTo>
                    <a:close/>
                    <a:moveTo>
                      <a:pt x="979" y="0"/>
                    </a:moveTo>
                    <a:cubicBezTo>
                      <a:pt x="481" y="0"/>
                      <a:pt x="1" y="391"/>
                      <a:pt x="1" y="969"/>
                    </a:cubicBezTo>
                    <a:cubicBezTo>
                      <a:pt x="1" y="1504"/>
                      <a:pt x="428" y="1949"/>
                      <a:pt x="963" y="1949"/>
                    </a:cubicBezTo>
                    <a:cubicBezTo>
                      <a:pt x="1835" y="1949"/>
                      <a:pt x="2281" y="898"/>
                      <a:pt x="1657" y="292"/>
                    </a:cubicBezTo>
                    <a:cubicBezTo>
                      <a:pt x="1461" y="90"/>
                      <a:pt x="1218" y="0"/>
                      <a:pt x="979"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9"/>
              <p:cNvSpPr/>
              <p:nvPr/>
            </p:nvSpPr>
            <p:spPr>
              <a:xfrm>
                <a:off x="2568775" y="1418400"/>
                <a:ext cx="36100" cy="30950"/>
              </a:xfrm>
              <a:custGeom>
                <a:avLst/>
                <a:gdLst/>
                <a:ahLst/>
                <a:cxnLst/>
                <a:rect l="l" t="t" r="r" b="b"/>
                <a:pathLst>
                  <a:path w="1444" h="1238" extrusionOk="0">
                    <a:moveTo>
                      <a:pt x="613" y="0"/>
                    </a:moveTo>
                    <a:cubicBezTo>
                      <a:pt x="299" y="0"/>
                      <a:pt x="1" y="243"/>
                      <a:pt x="1" y="614"/>
                    </a:cubicBezTo>
                    <a:cubicBezTo>
                      <a:pt x="1" y="952"/>
                      <a:pt x="268" y="1220"/>
                      <a:pt x="607" y="1238"/>
                    </a:cubicBezTo>
                    <a:cubicBezTo>
                      <a:pt x="1159" y="1238"/>
                      <a:pt x="1444" y="578"/>
                      <a:pt x="1052" y="186"/>
                    </a:cubicBezTo>
                    <a:cubicBezTo>
                      <a:pt x="923" y="58"/>
                      <a:pt x="766" y="0"/>
                      <a:pt x="613"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9"/>
              <p:cNvSpPr/>
              <p:nvPr/>
            </p:nvSpPr>
            <p:spPr>
              <a:xfrm>
                <a:off x="2559875" y="1409425"/>
                <a:ext cx="56900" cy="48400"/>
              </a:xfrm>
              <a:custGeom>
                <a:avLst/>
                <a:gdLst/>
                <a:ahLst/>
                <a:cxnLst/>
                <a:rect l="l" t="t" r="r" b="b"/>
                <a:pathLst>
                  <a:path w="2276" h="1936" extrusionOk="0">
                    <a:moveTo>
                      <a:pt x="984" y="100"/>
                    </a:moveTo>
                    <a:cubicBezTo>
                      <a:pt x="1772" y="100"/>
                      <a:pt x="2169" y="1049"/>
                      <a:pt x="1604" y="1614"/>
                    </a:cubicBezTo>
                    <a:cubicBezTo>
                      <a:pt x="1426" y="1798"/>
                      <a:pt x="1204" y="1880"/>
                      <a:pt x="985" y="1880"/>
                    </a:cubicBezTo>
                    <a:cubicBezTo>
                      <a:pt x="524" y="1880"/>
                      <a:pt x="78" y="1517"/>
                      <a:pt x="90" y="973"/>
                    </a:cubicBezTo>
                    <a:cubicBezTo>
                      <a:pt x="90" y="492"/>
                      <a:pt x="482" y="100"/>
                      <a:pt x="963" y="100"/>
                    </a:cubicBezTo>
                    <a:cubicBezTo>
                      <a:pt x="970" y="100"/>
                      <a:pt x="977" y="100"/>
                      <a:pt x="984" y="100"/>
                    </a:cubicBezTo>
                    <a:close/>
                    <a:moveTo>
                      <a:pt x="971" y="0"/>
                    </a:moveTo>
                    <a:cubicBezTo>
                      <a:pt x="476" y="0"/>
                      <a:pt x="1" y="386"/>
                      <a:pt x="1" y="973"/>
                    </a:cubicBezTo>
                    <a:cubicBezTo>
                      <a:pt x="1" y="1507"/>
                      <a:pt x="428" y="1935"/>
                      <a:pt x="963" y="1935"/>
                    </a:cubicBezTo>
                    <a:cubicBezTo>
                      <a:pt x="970" y="1935"/>
                      <a:pt x="977" y="1935"/>
                      <a:pt x="984" y="1935"/>
                    </a:cubicBezTo>
                    <a:cubicBezTo>
                      <a:pt x="1843" y="1935"/>
                      <a:pt x="2276" y="897"/>
                      <a:pt x="1657" y="296"/>
                    </a:cubicBezTo>
                    <a:cubicBezTo>
                      <a:pt x="1459" y="92"/>
                      <a:pt x="1213" y="0"/>
                      <a:pt x="971"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9"/>
              <p:cNvSpPr/>
              <p:nvPr/>
            </p:nvSpPr>
            <p:spPr>
              <a:xfrm>
                <a:off x="2568775" y="1588075"/>
                <a:ext cx="36100" cy="30950"/>
              </a:xfrm>
              <a:custGeom>
                <a:avLst/>
                <a:gdLst/>
                <a:ahLst/>
                <a:cxnLst/>
                <a:rect l="l" t="t" r="r" b="b"/>
                <a:pathLst>
                  <a:path w="1444" h="1238" extrusionOk="0">
                    <a:moveTo>
                      <a:pt x="613" y="1"/>
                    </a:moveTo>
                    <a:cubicBezTo>
                      <a:pt x="299" y="1"/>
                      <a:pt x="1" y="243"/>
                      <a:pt x="1" y="614"/>
                    </a:cubicBezTo>
                    <a:cubicBezTo>
                      <a:pt x="1" y="953"/>
                      <a:pt x="268" y="1220"/>
                      <a:pt x="607" y="1238"/>
                    </a:cubicBezTo>
                    <a:cubicBezTo>
                      <a:pt x="1159" y="1238"/>
                      <a:pt x="1444" y="579"/>
                      <a:pt x="1052" y="187"/>
                    </a:cubicBezTo>
                    <a:cubicBezTo>
                      <a:pt x="923" y="58"/>
                      <a:pt x="766" y="1"/>
                      <a:pt x="613"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9"/>
              <p:cNvSpPr/>
              <p:nvPr/>
            </p:nvSpPr>
            <p:spPr>
              <a:xfrm>
                <a:off x="2559875" y="1579100"/>
                <a:ext cx="57025" cy="48850"/>
              </a:xfrm>
              <a:custGeom>
                <a:avLst/>
                <a:gdLst/>
                <a:ahLst/>
                <a:cxnLst/>
                <a:rect l="l" t="t" r="r" b="b"/>
                <a:pathLst>
                  <a:path w="2281" h="1954" extrusionOk="0">
                    <a:moveTo>
                      <a:pt x="984" y="100"/>
                    </a:moveTo>
                    <a:cubicBezTo>
                      <a:pt x="1772" y="100"/>
                      <a:pt x="2169" y="1050"/>
                      <a:pt x="1622" y="1615"/>
                    </a:cubicBezTo>
                    <a:cubicBezTo>
                      <a:pt x="1438" y="1793"/>
                      <a:pt x="1213" y="1873"/>
                      <a:pt x="992" y="1873"/>
                    </a:cubicBezTo>
                    <a:cubicBezTo>
                      <a:pt x="531" y="1873"/>
                      <a:pt x="90" y="1522"/>
                      <a:pt x="90" y="991"/>
                    </a:cubicBezTo>
                    <a:cubicBezTo>
                      <a:pt x="90" y="492"/>
                      <a:pt x="482" y="100"/>
                      <a:pt x="963" y="100"/>
                    </a:cubicBezTo>
                    <a:cubicBezTo>
                      <a:pt x="970" y="100"/>
                      <a:pt x="977" y="100"/>
                      <a:pt x="984" y="100"/>
                    </a:cubicBezTo>
                    <a:close/>
                    <a:moveTo>
                      <a:pt x="971" y="1"/>
                    </a:moveTo>
                    <a:cubicBezTo>
                      <a:pt x="476" y="1"/>
                      <a:pt x="1" y="386"/>
                      <a:pt x="1" y="973"/>
                    </a:cubicBezTo>
                    <a:cubicBezTo>
                      <a:pt x="1" y="1508"/>
                      <a:pt x="428" y="1935"/>
                      <a:pt x="963" y="1953"/>
                    </a:cubicBezTo>
                    <a:cubicBezTo>
                      <a:pt x="1835" y="1953"/>
                      <a:pt x="2281" y="902"/>
                      <a:pt x="1657" y="296"/>
                    </a:cubicBezTo>
                    <a:cubicBezTo>
                      <a:pt x="1459" y="92"/>
                      <a:pt x="1213" y="1"/>
                      <a:pt x="971"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9"/>
              <p:cNvSpPr/>
              <p:nvPr/>
            </p:nvSpPr>
            <p:spPr>
              <a:xfrm>
                <a:off x="2563450" y="1679125"/>
                <a:ext cx="35650" cy="30950"/>
              </a:xfrm>
              <a:custGeom>
                <a:avLst/>
                <a:gdLst/>
                <a:ahLst/>
                <a:cxnLst/>
                <a:rect l="l" t="t" r="r" b="b"/>
                <a:pathLst>
                  <a:path w="1426" h="1238" extrusionOk="0">
                    <a:moveTo>
                      <a:pt x="820" y="1"/>
                    </a:moveTo>
                    <a:cubicBezTo>
                      <a:pt x="267" y="1"/>
                      <a:pt x="0" y="660"/>
                      <a:pt x="374" y="1052"/>
                    </a:cubicBezTo>
                    <a:cubicBezTo>
                      <a:pt x="503" y="1180"/>
                      <a:pt x="660" y="1238"/>
                      <a:pt x="813" y="1238"/>
                    </a:cubicBezTo>
                    <a:cubicBezTo>
                      <a:pt x="1127" y="1238"/>
                      <a:pt x="1425" y="995"/>
                      <a:pt x="1425" y="624"/>
                    </a:cubicBezTo>
                    <a:cubicBezTo>
                      <a:pt x="1425" y="286"/>
                      <a:pt x="1158" y="1"/>
                      <a:pt x="820"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9"/>
              <p:cNvSpPr/>
              <p:nvPr/>
            </p:nvSpPr>
            <p:spPr>
              <a:xfrm>
                <a:off x="2551425" y="1670225"/>
                <a:ext cx="56575" cy="48750"/>
              </a:xfrm>
              <a:custGeom>
                <a:avLst/>
                <a:gdLst/>
                <a:ahLst/>
                <a:cxnLst/>
                <a:rect l="l" t="t" r="r" b="b"/>
                <a:pathLst>
                  <a:path w="2263" h="1950" extrusionOk="0">
                    <a:moveTo>
                      <a:pt x="1278" y="73"/>
                    </a:moveTo>
                    <a:cubicBezTo>
                      <a:pt x="1739" y="73"/>
                      <a:pt x="2186" y="437"/>
                      <a:pt x="2173" y="980"/>
                    </a:cubicBezTo>
                    <a:cubicBezTo>
                      <a:pt x="2173" y="1461"/>
                      <a:pt x="1782" y="1853"/>
                      <a:pt x="1301" y="1853"/>
                    </a:cubicBezTo>
                    <a:cubicBezTo>
                      <a:pt x="1293" y="1853"/>
                      <a:pt x="1286" y="1853"/>
                      <a:pt x="1279" y="1853"/>
                    </a:cubicBezTo>
                    <a:cubicBezTo>
                      <a:pt x="491" y="1853"/>
                      <a:pt x="94" y="904"/>
                      <a:pt x="659" y="339"/>
                    </a:cubicBezTo>
                    <a:cubicBezTo>
                      <a:pt x="837" y="155"/>
                      <a:pt x="1059" y="73"/>
                      <a:pt x="1278" y="73"/>
                    </a:cubicBezTo>
                    <a:close/>
                    <a:moveTo>
                      <a:pt x="1301" y="0"/>
                    </a:moveTo>
                    <a:cubicBezTo>
                      <a:pt x="428" y="0"/>
                      <a:pt x="0" y="1051"/>
                      <a:pt x="606" y="1657"/>
                    </a:cubicBezTo>
                    <a:cubicBezTo>
                      <a:pt x="802" y="1859"/>
                      <a:pt x="1045" y="1949"/>
                      <a:pt x="1284" y="1949"/>
                    </a:cubicBezTo>
                    <a:cubicBezTo>
                      <a:pt x="1782" y="1949"/>
                      <a:pt x="2263" y="1558"/>
                      <a:pt x="2263" y="980"/>
                    </a:cubicBezTo>
                    <a:cubicBezTo>
                      <a:pt x="2263" y="446"/>
                      <a:pt x="1835" y="0"/>
                      <a:pt x="1301"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9"/>
              <p:cNvSpPr/>
              <p:nvPr/>
            </p:nvSpPr>
            <p:spPr>
              <a:xfrm>
                <a:off x="2563450" y="1767750"/>
                <a:ext cx="35650" cy="30850"/>
              </a:xfrm>
              <a:custGeom>
                <a:avLst/>
                <a:gdLst/>
                <a:ahLst/>
                <a:cxnLst/>
                <a:rect l="l" t="t" r="r" b="b"/>
                <a:pathLst>
                  <a:path w="1426" h="1234" extrusionOk="0">
                    <a:moveTo>
                      <a:pt x="820" y="1"/>
                    </a:moveTo>
                    <a:cubicBezTo>
                      <a:pt x="267" y="1"/>
                      <a:pt x="0" y="660"/>
                      <a:pt x="374" y="1052"/>
                    </a:cubicBezTo>
                    <a:cubicBezTo>
                      <a:pt x="500" y="1177"/>
                      <a:pt x="653" y="1234"/>
                      <a:pt x="803" y="1234"/>
                    </a:cubicBezTo>
                    <a:cubicBezTo>
                      <a:pt x="1121" y="1234"/>
                      <a:pt x="1425" y="982"/>
                      <a:pt x="1425" y="606"/>
                    </a:cubicBezTo>
                    <a:cubicBezTo>
                      <a:pt x="1425" y="268"/>
                      <a:pt x="1158" y="1"/>
                      <a:pt x="820" y="1"/>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9"/>
              <p:cNvSpPr/>
              <p:nvPr/>
            </p:nvSpPr>
            <p:spPr>
              <a:xfrm>
                <a:off x="2551425" y="1758850"/>
                <a:ext cx="56575" cy="48525"/>
              </a:xfrm>
              <a:custGeom>
                <a:avLst/>
                <a:gdLst/>
                <a:ahLst/>
                <a:cxnLst/>
                <a:rect l="l" t="t" r="r" b="b"/>
                <a:pathLst>
                  <a:path w="2263" h="1941" extrusionOk="0">
                    <a:moveTo>
                      <a:pt x="1284" y="69"/>
                    </a:moveTo>
                    <a:cubicBezTo>
                      <a:pt x="1738" y="69"/>
                      <a:pt x="2173" y="423"/>
                      <a:pt x="2173" y="962"/>
                    </a:cubicBezTo>
                    <a:cubicBezTo>
                      <a:pt x="2191" y="1461"/>
                      <a:pt x="1799" y="1853"/>
                      <a:pt x="1301" y="1871"/>
                    </a:cubicBezTo>
                    <a:lnTo>
                      <a:pt x="1301" y="1853"/>
                    </a:lnTo>
                    <a:cubicBezTo>
                      <a:pt x="1293" y="1853"/>
                      <a:pt x="1286" y="1853"/>
                      <a:pt x="1279" y="1853"/>
                    </a:cubicBezTo>
                    <a:cubicBezTo>
                      <a:pt x="491" y="1853"/>
                      <a:pt x="94" y="904"/>
                      <a:pt x="659" y="339"/>
                    </a:cubicBezTo>
                    <a:cubicBezTo>
                      <a:pt x="840" y="153"/>
                      <a:pt x="1064" y="69"/>
                      <a:pt x="1284" y="69"/>
                    </a:cubicBezTo>
                    <a:close/>
                    <a:moveTo>
                      <a:pt x="1301" y="0"/>
                    </a:moveTo>
                    <a:cubicBezTo>
                      <a:pt x="428" y="0"/>
                      <a:pt x="0" y="1034"/>
                      <a:pt x="606" y="1657"/>
                    </a:cubicBezTo>
                    <a:cubicBezTo>
                      <a:pt x="801" y="1853"/>
                      <a:pt x="1043" y="1941"/>
                      <a:pt x="1281" y="1941"/>
                    </a:cubicBezTo>
                    <a:cubicBezTo>
                      <a:pt x="1780" y="1941"/>
                      <a:pt x="2263" y="1554"/>
                      <a:pt x="2263" y="962"/>
                    </a:cubicBezTo>
                    <a:cubicBezTo>
                      <a:pt x="2263" y="428"/>
                      <a:pt x="1835" y="0"/>
                      <a:pt x="1301" y="0"/>
                    </a:cubicBezTo>
                    <a:close/>
                  </a:path>
                </a:pathLst>
              </a:cu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2" name="Google Shape;572;p39"/>
            <p:cNvGrpSpPr/>
            <p:nvPr/>
          </p:nvGrpSpPr>
          <p:grpSpPr>
            <a:xfrm>
              <a:off x="901100" y="956975"/>
              <a:ext cx="472550" cy="202200"/>
              <a:chOff x="1441900" y="2926313"/>
              <a:chExt cx="472550" cy="202200"/>
            </a:xfrm>
          </p:grpSpPr>
          <p:sp>
            <p:nvSpPr>
              <p:cNvPr id="573" name="Google Shape;573;p39"/>
              <p:cNvSpPr/>
              <p:nvPr/>
            </p:nvSpPr>
            <p:spPr>
              <a:xfrm>
                <a:off x="1441900" y="2926313"/>
                <a:ext cx="285500" cy="202200"/>
              </a:xfrm>
              <a:custGeom>
                <a:avLst/>
                <a:gdLst/>
                <a:ahLst/>
                <a:cxnLst/>
                <a:rect l="l" t="t" r="r" b="b"/>
                <a:pathLst>
                  <a:path w="11420" h="8088" fill="none" extrusionOk="0">
                    <a:moveTo>
                      <a:pt x="11420" y="0"/>
                    </a:moveTo>
                    <a:cubicBezTo>
                      <a:pt x="9140" y="0"/>
                      <a:pt x="7180" y="1639"/>
                      <a:pt x="6753" y="3884"/>
                    </a:cubicBezTo>
                    <a:cubicBezTo>
                      <a:pt x="5025" y="3403"/>
                      <a:pt x="3243" y="4436"/>
                      <a:pt x="2780" y="6164"/>
                    </a:cubicBezTo>
                    <a:cubicBezTo>
                      <a:pt x="1462" y="5594"/>
                      <a:pt x="1" y="6645"/>
                      <a:pt x="126" y="8088"/>
                    </a:cubicBezTo>
                    <a:lnTo>
                      <a:pt x="2994" y="8088"/>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9"/>
              <p:cNvSpPr/>
              <p:nvPr/>
            </p:nvSpPr>
            <p:spPr>
              <a:xfrm>
                <a:off x="1752325" y="2926313"/>
                <a:ext cx="35650" cy="13375"/>
              </a:xfrm>
              <a:custGeom>
                <a:avLst/>
                <a:gdLst/>
                <a:ahLst/>
                <a:cxnLst/>
                <a:rect l="l" t="t" r="r" b="b"/>
                <a:pathLst>
                  <a:path w="1426" h="535" fill="none" extrusionOk="0">
                    <a:moveTo>
                      <a:pt x="0" y="0"/>
                    </a:moveTo>
                    <a:cubicBezTo>
                      <a:pt x="0" y="0"/>
                      <a:pt x="998" y="107"/>
                      <a:pt x="1426"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9"/>
              <p:cNvSpPr/>
              <p:nvPr/>
            </p:nvSpPr>
            <p:spPr>
              <a:xfrm>
                <a:off x="1540325" y="3127613"/>
                <a:ext cx="248100" cy="25"/>
              </a:xfrm>
              <a:custGeom>
                <a:avLst/>
                <a:gdLst/>
                <a:ahLst/>
                <a:cxnLst/>
                <a:rect l="l" t="t" r="r" b="b"/>
                <a:pathLst>
                  <a:path w="9924" h="1" fill="none" extrusionOk="0">
                    <a:moveTo>
                      <a:pt x="1" y="0"/>
                    </a:moveTo>
                    <a:lnTo>
                      <a:pt x="9923" y="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9"/>
              <p:cNvSpPr/>
              <p:nvPr/>
            </p:nvSpPr>
            <p:spPr>
              <a:xfrm>
                <a:off x="1540325" y="3040313"/>
                <a:ext cx="39675" cy="20950"/>
              </a:xfrm>
              <a:custGeom>
                <a:avLst/>
                <a:gdLst/>
                <a:ahLst/>
                <a:cxnLst/>
                <a:rect l="l" t="t" r="r" b="b"/>
                <a:pathLst>
                  <a:path w="1587" h="838" fill="none" extrusionOk="0">
                    <a:moveTo>
                      <a:pt x="1586" y="1"/>
                    </a:moveTo>
                    <a:cubicBezTo>
                      <a:pt x="1586" y="1"/>
                      <a:pt x="428" y="108"/>
                      <a:pt x="1"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9"/>
              <p:cNvSpPr/>
              <p:nvPr/>
            </p:nvSpPr>
            <p:spPr>
              <a:xfrm>
                <a:off x="1829375" y="3002013"/>
                <a:ext cx="85075" cy="27200"/>
              </a:xfrm>
              <a:custGeom>
                <a:avLst/>
                <a:gdLst/>
                <a:ahLst/>
                <a:cxnLst/>
                <a:rect l="l" t="t" r="r" b="b"/>
                <a:pathLst>
                  <a:path w="3403" h="1088" fill="none" extrusionOk="0">
                    <a:moveTo>
                      <a:pt x="0" y="357"/>
                    </a:moveTo>
                    <a:cubicBezTo>
                      <a:pt x="0" y="357"/>
                      <a:pt x="2102" y="1"/>
                      <a:pt x="3403"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8" name="Google Shape;578;p39"/>
            <p:cNvGrpSpPr/>
            <p:nvPr/>
          </p:nvGrpSpPr>
          <p:grpSpPr>
            <a:xfrm>
              <a:off x="1280200" y="1078550"/>
              <a:ext cx="1043050" cy="1488400"/>
              <a:chOff x="910475" y="761863"/>
              <a:chExt cx="1043050" cy="1488400"/>
            </a:xfrm>
          </p:grpSpPr>
          <p:sp>
            <p:nvSpPr>
              <p:cNvPr id="579" name="Google Shape;579;p39"/>
              <p:cNvSpPr/>
              <p:nvPr/>
            </p:nvSpPr>
            <p:spPr>
              <a:xfrm>
                <a:off x="910475" y="761863"/>
                <a:ext cx="1043050" cy="1488400"/>
              </a:xfrm>
              <a:custGeom>
                <a:avLst/>
                <a:gdLst/>
                <a:ahLst/>
                <a:cxnLst/>
                <a:rect l="l" t="t" r="r" b="b"/>
                <a:pathLst>
                  <a:path w="41722" h="59536" fill="none" extrusionOk="0">
                    <a:moveTo>
                      <a:pt x="41722" y="8159"/>
                    </a:moveTo>
                    <a:lnTo>
                      <a:pt x="41722" y="57914"/>
                    </a:lnTo>
                    <a:cubicBezTo>
                      <a:pt x="41722" y="58805"/>
                      <a:pt x="40991" y="59536"/>
                      <a:pt x="40101" y="59536"/>
                    </a:cubicBezTo>
                    <a:lnTo>
                      <a:pt x="1622" y="59536"/>
                    </a:lnTo>
                    <a:cubicBezTo>
                      <a:pt x="731" y="59536"/>
                      <a:pt x="1" y="58805"/>
                      <a:pt x="1" y="57914"/>
                    </a:cubicBezTo>
                    <a:lnTo>
                      <a:pt x="1" y="1621"/>
                    </a:lnTo>
                    <a:cubicBezTo>
                      <a:pt x="1" y="730"/>
                      <a:pt x="731" y="0"/>
                      <a:pt x="1622" y="0"/>
                    </a:cubicBezTo>
                    <a:lnTo>
                      <a:pt x="32512" y="0"/>
                    </a:ln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9"/>
              <p:cNvSpPr/>
              <p:nvPr/>
            </p:nvSpPr>
            <p:spPr>
              <a:xfrm>
                <a:off x="1723250" y="761863"/>
                <a:ext cx="224500" cy="206225"/>
              </a:xfrm>
              <a:custGeom>
                <a:avLst/>
                <a:gdLst/>
                <a:ahLst/>
                <a:cxnLst/>
                <a:rect l="l" t="t" r="r" b="b"/>
                <a:pathLst>
                  <a:path w="8980" h="8249" fill="none" extrusionOk="0">
                    <a:moveTo>
                      <a:pt x="1" y="0"/>
                    </a:moveTo>
                    <a:lnTo>
                      <a:pt x="1" y="6645"/>
                    </a:lnTo>
                    <a:cubicBezTo>
                      <a:pt x="1" y="7518"/>
                      <a:pt x="713" y="8248"/>
                      <a:pt x="1604" y="8248"/>
                    </a:cubicBezTo>
                    <a:lnTo>
                      <a:pt x="8979" y="8248"/>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9"/>
              <p:cNvSpPr/>
              <p:nvPr/>
            </p:nvSpPr>
            <p:spPr>
              <a:xfrm>
                <a:off x="1051650" y="1062463"/>
                <a:ext cx="760700" cy="22300"/>
              </a:xfrm>
              <a:custGeom>
                <a:avLst/>
                <a:gdLst/>
                <a:ahLst/>
                <a:cxnLst/>
                <a:rect l="l" t="t" r="r" b="b"/>
                <a:pathLst>
                  <a:path w="30428" h="892" fill="none" extrusionOk="0">
                    <a:moveTo>
                      <a:pt x="1" y="1"/>
                    </a:moveTo>
                    <a:lnTo>
                      <a:pt x="30428" y="1"/>
                    </a:lnTo>
                    <a:lnTo>
                      <a:pt x="30428" y="891"/>
                    </a:lnTo>
                    <a:lnTo>
                      <a:pt x="1" y="891"/>
                    </a:ln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9"/>
              <p:cNvSpPr/>
              <p:nvPr/>
            </p:nvSpPr>
            <p:spPr>
              <a:xfrm>
                <a:off x="1051650" y="1162663"/>
                <a:ext cx="760700" cy="22300"/>
              </a:xfrm>
              <a:custGeom>
                <a:avLst/>
                <a:gdLst/>
                <a:ahLst/>
                <a:cxnLst/>
                <a:rect l="l" t="t" r="r" b="b"/>
                <a:pathLst>
                  <a:path w="30428" h="892" fill="none" extrusionOk="0">
                    <a:moveTo>
                      <a:pt x="1" y="1"/>
                    </a:moveTo>
                    <a:lnTo>
                      <a:pt x="30428" y="1"/>
                    </a:lnTo>
                    <a:lnTo>
                      <a:pt x="30428" y="892"/>
                    </a:lnTo>
                    <a:lnTo>
                      <a:pt x="1" y="892"/>
                    </a:ln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9"/>
              <p:cNvSpPr/>
              <p:nvPr/>
            </p:nvSpPr>
            <p:spPr>
              <a:xfrm>
                <a:off x="1051650" y="1262888"/>
                <a:ext cx="760700" cy="22275"/>
              </a:xfrm>
              <a:custGeom>
                <a:avLst/>
                <a:gdLst/>
                <a:ahLst/>
                <a:cxnLst/>
                <a:rect l="l" t="t" r="r" b="b"/>
                <a:pathLst>
                  <a:path w="30428" h="891" fill="none" extrusionOk="0">
                    <a:moveTo>
                      <a:pt x="1" y="0"/>
                    </a:moveTo>
                    <a:lnTo>
                      <a:pt x="30428" y="0"/>
                    </a:lnTo>
                    <a:lnTo>
                      <a:pt x="30428" y="891"/>
                    </a:lnTo>
                    <a:lnTo>
                      <a:pt x="1" y="891"/>
                    </a:ln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9"/>
              <p:cNvSpPr/>
              <p:nvPr/>
            </p:nvSpPr>
            <p:spPr>
              <a:xfrm>
                <a:off x="1051650" y="1363088"/>
                <a:ext cx="760700" cy="22300"/>
              </a:xfrm>
              <a:custGeom>
                <a:avLst/>
                <a:gdLst/>
                <a:ahLst/>
                <a:cxnLst/>
                <a:rect l="l" t="t" r="r" b="b"/>
                <a:pathLst>
                  <a:path w="30428" h="892" fill="none" extrusionOk="0">
                    <a:moveTo>
                      <a:pt x="1" y="0"/>
                    </a:moveTo>
                    <a:lnTo>
                      <a:pt x="30428" y="0"/>
                    </a:lnTo>
                    <a:lnTo>
                      <a:pt x="30428" y="891"/>
                    </a:lnTo>
                    <a:lnTo>
                      <a:pt x="1" y="891"/>
                    </a:ln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9"/>
              <p:cNvSpPr/>
              <p:nvPr/>
            </p:nvSpPr>
            <p:spPr>
              <a:xfrm>
                <a:off x="1051650" y="1463288"/>
                <a:ext cx="760700" cy="22300"/>
              </a:xfrm>
              <a:custGeom>
                <a:avLst/>
                <a:gdLst/>
                <a:ahLst/>
                <a:cxnLst/>
                <a:rect l="l" t="t" r="r" b="b"/>
                <a:pathLst>
                  <a:path w="30428" h="892" fill="none" extrusionOk="0">
                    <a:moveTo>
                      <a:pt x="1" y="1"/>
                    </a:moveTo>
                    <a:lnTo>
                      <a:pt x="30428" y="1"/>
                    </a:lnTo>
                    <a:lnTo>
                      <a:pt x="30428" y="891"/>
                    </a:lnTo>
                    <a:lnTo>
                      <a:pt x="1" y="891"/>
                    </a:ln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9"/>
              <p:cNvSpPr/>
              <p:nvPr/>
            </p:nvSpPr>
            <p:spPr>
              <a:xfrm>
                <a:off x="1051650" y="1563488"/>
                <a:ext cx="760700" cy="22300"/>
              </a:xfrm>
              <a:custGeom>
                <a:avLst/>
                <a:gdLst/>
                <a:ahLst/>
                <a:cxnLst/>
                <a:rect l="l" t="t" r="r" b="b"/>
                <a:pathLst>
                  <a:path w="30428" h="892" fill="none" extrusionOk="0">
                    <a:moveTo>
                      <a:pt x="1" y="1"/>
                    </a:moveTo>
                    <a:lnTo>
                      <a:pt x="30428" y="1"/>
                    </a:lnTo>
                    <a:lnTo>
                      <a:pt x="30428" y="892"/>
                    </a:lnTo>
                    <a:lnTo>
                      <a:pt x="1" y="892"/>
                    </a:ln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9"/>
              <p:cNvSpPr/>
              <p:nvPr/>
            </p:nvSpPr>
            <p:spPr>
              <a:xfrm>
                <a:off x="1051650" y="1663713"/>
                <a:ext cx="760700" cy="22275"/>
              </a:xfrm>
              <a:custGeom>
                <a:avLst/>
                <a:gdLst/>
                <a:ahLst/>
                <a:cxnLst/>
                <a:rect l="l" t="t" r="r" b="b"/>
                <a:pathLst>
                  <a:path w="30428" h="891" fill="none" extrusionOk="0">
                    <a:moveTo>
                      <a:pt x="1" y="0"/>
                    </a:moveTo>
                    <a:lnTo>
                      <a:pt x="30428" y="0"/>
                    </a:lnTo>
                    <a:lnTo>
                      <a:pt x="30428" y="891"/>
                    </a:lnTo>
                    <a:lnTo>
                      <a:pt x="1" y="891"/>
                    </a:ln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9"/>
              <p:cNvSpPr/>
              <p:nvPr/>
            </p:nvSpPr>
            <p:spPr>
              <a:xfrm>
                <a:off x="1051650" y="1782613"/>
                <a:ext cx="315350" cy="22300"/>
              </a:xfrm>
              <a:custGeom>
                <a:avLst/>
                <a:gdLst/>
                <a:ahLst/>
                <a:cxnLst/>
                <a:rect l="l" t="t" r="r" b="b"/>
                <a:pathLst>
                  <a:path w="12614" h="892" fill="none" extrusionOk="0">
                    <a:moveTo>
                      <a:pt x="1" y="1"/>
                    </a:moveTo>
                    <a:lnTo>
                      <a:pt x="12613" y="1"/>
                    </a:lnTo>
                    <a:lnTo>
                      <a:pt x="12613" y="891"/>
                    </a:lnTo>
                    <a:lnTo>
                      <a:pt x="1" y="891"/>
                    </a:ln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9"/>
              <p:cNvSpPr/>
              <p:nvPr/>
            </p:nvSpPr>
            <p:spPr>
              <a:xfrm>
                <a:off x="1051650" y="1990163"/>
                <a:ext cx="393275" cy="0"/>
              </a:xfrm>
              <a:custGeom>
                <a:avLst/>
                <a:gdLst/>
                <a:ahLst/>
                <a:cxnLst/>
                <a:rect l="l" t="t" r="r" b="b"/>
                <a:pathLst>
                  <a:path w="15731" fill="none" extrusionOk="0">
                    <a:moveTo>
                      <a:pt x="1" y="0"/>
                    </a:moveTo>
                    <a:lnTo>
                      <a:pt x="15731" y="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0" name="Google Shape;590;p39"/>
            <p:cNvGrpSpPr/>
            <p:nvPr/>
          </p:nvGrpSpPr>
          <p:grpSpPr>
            <a:xfrm>
              <a:off x="1941575" y="2024713"/>
              <a:ext cx="875600" cy="1088925"/>
              <a:chOff x="5962175" y="478150"/>
              <a:chExt cx="875600" cy="1088925"/>
            </a:xfrm>
          </p:grpSpPr>
          <p:sp>
            <p:nvSpPr>
              <p:cNvPr id="591" name="Google Shape;591;p39"/>
              <p:cNvSpPr/>
              <p:nvPr/>
            </p:nvSpPr>
            <p:spPr>
              <a:xfrm>
                <a:off x="6095350" y="582825"/>
                <a:ext cx="504600" cy="504600"/>
              </a:xfrm>
              <a:custGeom>
                <a:avLst/>
                <a:gdLst/>
                <a:ahLst/>
                <a:cxnLst/>
                <a:rect l="l" t="t" r="r" b="b"/>
                <a:pathLst>
                  <a:path w="20184" h="20184" extrusionOk="0">
                    <a:moveTo>
                      <a:pt x="10083" y="0"/>
                    </a:moveTo>
                    <a:lnTo>
                      <a:pt x="10083" y="0"/>
                    </a:lnTo>
                    <a:cubicBezTo>
                      <a:pt x="15659" y="18"/>
                      <a:pt x="20166" y="4525"/>
                      <a:pt x="20184" y="10101"/>
                    </a:cubicBezTo>
                    <a:lnTo>
                      <a:pt x="20184" y="10101"/>
                    </a:lnTo>
                    <a:cubicBezTo>
                      <a:pt x="20166" y="15659"/>
                      <a:pt x="15659" y="20166"/>
                      <a:pt x="10083" y="20184"/>
                    </a:cubicBezTo>
                    <a:lnTo>
                      <a:pt x="10083" y="20184"/>
                    </a:lnTo>
                    <a:cubicBezTo>
                      <a:pt x="4525" y="20166"/>
                      <a:pt x="0" y="15659"/>
                      <a:pt x="0" y="10101"/>
                    </a:cubicBezTo>
                    <a:lnTo>
                      <a:pt x="0" y="10101"/>
                    </a:lnTo>
                    <a:cubicBezTo>
                      <a:pt x="0" y="4525"/>
                      <a:pt x="4525" y="18"/>
                      <a:pt x="10083" y="0"/>
                    </a:cubicBezTo>
                    <a:close/>
                  </a:path>
                </a:pathLst>
              </a:custGeom>
              <a:gradFill>
                <a:gsLst>
                  <a:gs pos="0">
                    <a:schemeClr val="dk2"/>
                  </a:gs>
                  <a:gs pos="100000">
                    <a:schemeClr val="lt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9"/>
              <p:cNvSpPr/>
              <p:nvPr/>
            </p:nvSpPr>
            <p:spPr>
              <a:xfrm>
                <a:off x="6501075" y="1086075"/>
                <a:ext cx="145650" cy="186625"/>
              </a:xfrm>
              <a:custGeom>
                <a:avLst/>
                <a:gdLst/>
                <a:ahLst/>
                <a:cxnLst/>
                <a:rect l="l" t="t" r="r" b="b"/>
                <a:pathLst>
                  <a:path w="5826" h="7465" extrusionOk="0">
                    <a:moveTo>
                      <a:pt x="0" y="1176"/>
                    </a:moveTo>
                    <a:lnTo>
                      <a:pt x="1888" y="0"/>
                    </a:lnTo>
                    <a:lnTo>
                      <a:pt x="5825" y="6289"/>
                    </a:lnTo>
                    <a:lnTo>
                      <a:pt x="3937" y="7465"/>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9"/>
              <p:cNvSpPr/>
              <p:nvPr/>
            </p:nvSpPr>
            <p:spPr>
              <a:xfrm>
                <a:off x="5962175" y="478150"/>
                <a:ext cx="742450" cy="742000"/>
              </a:xfrm>
              <a:custGeom>
                <a:avLst/>
                <a:gdLst/>
                <a:ahLst/>
                <a:cxnLst/>
                <a:rect l="l" t="t" r="r" b="b"/>
                <a:pathLst>
                  <a:path w="29698" h="29680" extrusionOk="0">
                    <a:moveTo>
                      <a:pt x="15410" y="1"/>
                    </a:moveTo>
                    <a:cubicBezTo>
                      <a:pt x="9638" y="1"/>
                      <a:pt x="4419" y="3475"/>
                      <a:pt x="2210" y="8819"/>
                    </a:cubicBezTo>
                    <a:cubicBezTo>
                      <a:pt x="1" y="14146"/>
                      <a:pt x="1230" y="20291"/>
                      <a:pt x="5309" y="24371"/>
                    </a:cubicBezTo>
                    <a:cubicBezTo>
                      <a:pt x="9389" y="28468"/>
                      <a:pt x="15535" y="29680"/>
                      <a:pt x="20879" y="27471"/>
                    </a:cubicBezTo>
                    <a:cubicBezTo>
                      <a:pt x="26206" y="25262"/>
                      <a:pt x="29697" y="20060"/>
                      <a:pt x="29697" y="14288"/>
                    </a:cubicBezTo>
                    <a:cubicBezTo>
                      <a:pt x="29697" y="6396"/>
                      <a:pt x="23302" y="1"/>
                      <a:pt x="15410" y="1"/>
                    </a:cubicBezTo>
                    <a:close/>
                    <a:moveTo>
                      <a:pt x="15410" y="24068"/>
                    </a:moveTo>
                    <a:cubicBezTo>
                      <a:pt x="11455" y="24068"/>
                      <a:pt x="7875" y="21681"/>
                      <a:pt x="6360" y="18029"/>
                    </a:cubicBezTo>
                    <a:cubicBezTo>
                      <a:pt x="4846" y="14359"/>
                      <a:pt x="5684" y="10155"/>
                      <a:pt x="8480" y="7358"/>
                    </a:cubicBezTo>
                    <a:cubicBezTo>
                      <a:pt x="11277" y="4544"/>
                      <a:pt x="15499" y="3706"/>
                      <a:pt x="19151" y="5221"/>
                    </a:cubicBezTo>
                    <a:cubicBezTo>
                      <a:pt x="22821" y="6735"/>
                      <a:pt x="25208" y="10315"/>
                      <a:pt x="25208" y="14270"/>
                    </a:cubicBezTo>
                    <a:cubicBezTo>
                      <a:pt x="25208" y="19686"/>
                      <a:pt x="20826" y="24068"/>
                      <a:pt x="15410" y="24068"/>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9"/>
              <p:cNvSpPr/>
              <p:nvPr/>
            </p:nvSpPr>
            <p:spPr>
              <a:xfrm>
                <a:off x="6581675" y="1224575"/>
                <a:ext cx="256100" cy="342500"/>
              </a:xfrm>
              <a:custGeom>
                <a:avLst/>
                <a:gdLst/>
                <a:ahLst/>
                <a:cxnLst/>
                <a:rect l="l" t="t" r="r" b="b"/>
                <a:pathLst>
                  <a:path w="10244" h="13700" extrusionOk="0">
                    <a:moveTo>
                      <a:pt x="9086" y="13148"/>
                    </a:moveTo>
                    <a:lnTo>
                      <a:pt x="9086" y="13148"/>
                    </a:lnTo>
                    <a:cubicBezTo>
                      <a:pt x="8177" y="13700"/>
                      <a:pt x="6984" y="13433"/>
                      <a:pt x="6414" y="12542"/>
                    </a:cubicBezTo>
                    <a:lnTo>
                      <a:pt x="571" y="3243"/>
                    </a:lnTo>
                    <a:cubicBezTo>
                      <a:pt x="1" y="2334"/>
                      <a:pt x="286" y="1141"/>
                      <a:pt x="1194" y="571"/>
                    </a:cubicBezTo>
                    <a:lnTo>
                      <a:pt x="1194" y="571"/>
                    </a:lnTo>
                    <a:cubicBezTo>
                      <a:pt x="2085" y="1"/>
                      <a:pt x="3278" y="286"/>
                      <a:pt x="3848" y="1176"/>
                    </a:cubicBezTo>
                    <a:lnTo>
                      <a:pt x="9692" y="10476"/>
                    </a:lnTo>
                    <a:cubicBezTo>
                      <a:pt x="10244" y="11384"/>
                      <a:pt x="9977" y="12578"/>
                      <a:pt x="9086" y="13148"/>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9"/>
              <p:cNvSpPr/>
              <p:nvPr/>
            </p:nvSpPr>
            <p:spPr>
              <a:xfrm>
                <a:off x="6203125" y="760525"/>
                <a:ext cx="320675" cy="185725"/>
              </a:xfrm>
              <a:custGeom>
                <a:avLst/>
                <a:gdLst/>
                <a:ahLst/>
                <a:cxnLst/>
                <a:rect l="l" t="t" r="r" b="b"/>
                <a:pathLst>
                  <a:path w="12827" h="7429" extrusionOk="0">
                    <a:moveTo>
                      <a:pt x="0" y="4525"/>
                    </a:moveTo>
                    <a:lnTo>
                      <a:pt x="2494" y="7429"/>
                    </a:lnTo>
                    <a:cubicBezTo>
                      <a:pt x="2494" y="7429"/>
                      <a:pt x="5558" y="1782"/>
                      <a:pt x="12827" y="0"/>
                    </a:cubicBezTo>
                    <a:cubicBezTo>
                      <a:pt x="12827" y="0"/>
                      <a:pt x="6039" y="89"/>
                      <a:pt x="2334" y="6057"/>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6" name="Google Shape;596;p39"/>
            <p:cNvGrpSpPr/>
            <p:nvPr/>
          </p:nvGrpSpPr>
          <p:grpSpPr>
            <a:xfrm>
              <a:off x="807106" y="1645871"/>
              <a:ext cx="612965" cy="612965"/>
              <a:chOff x="5208200" y="980975"/>
              <a:chExt cx="440475" cy="440475"/>
            </a:xfrm>
          </p:grpSpPr>
          <p:sp>
            <p:nvSpPr>
              <p:cNvPr id="597" name="Google Shape;597;p39"/>
              <p:cNvSpPr/>
              <p:nvPr/>
            </p:nvSpPr>
            <p:spPr>
              <a:xfrm>
                <a:off x="5208200" y="980975"/>
                <a:ext cx="197300" cy="199975"/>
              </a:xfrm>
              <a:custGeom>
                <a:avLst/>
                <a:gdLst/>
                <a:ahLst/>
                <a:cxnLst/>
                <a:rect l="l" t="t" r="r" b="b"/>
                <a:pathLst>
                  <a:path w="7892" h="7999" extrusionOk="0">
                    <a:moveTo>
                      <a:pt x="7892" y="0"/>
                    </a:moveTo>
                    <a:cubicBezTo>
                      <a:pt x="3510" y="72"/>
                      <a:pt x="0" y="3617"/>
                      <a:pt x="0" y="7999"/>
                    </a:cubicBezTo>
                    <a:lnTo>
                      <a:pt x="7892" y="7999"/>
                    </a:ln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9"/>
              <p:cNvSpPr/>
              <p:nvPr/>
            </p:nvSpPr>
            <p:spPr>
              <a:xfrm>
                <a:off x="5233125" y="1005900"/>
                <a:ext cx="415550" cy="415550"/>
              </a:xfrm>
              <a:custGeom>
                <a:avLst/>
                <a:gdLst/>
                <a:ahLst/>
                <a:cxnLst/>
                <a:rect l="l" t="t" r="r" b="b"/>
                <a:pathLst>
                  <a:path w="16622" h="16622" extrusionOk="0">
                    <a:moveTo>
                      <a:pt x="7999" y="1"/>
                    </a:moveTo>
                    <a:lnTo>
                      <a:pt x="7892" y="1"/>
                    </a:lnTo>
                    <a:lnTo>
                      <a:pt x="7892" y="8000"/>
                    </a:lnTo>
                    <a:lnTo>
                      <a:pt x="1" y="8000"/>
                    </a:lnTo>
                    <a:cubicBezTo>
                      <a:pt x="1" y="11242"/>
                      <a:pt x="1960" y="14145"/>
                      <a:pt x="4935" y="15392"/>
                    </a:cubicBezTo>
                    <a:cubicBezTo>
                      <a:pt x="7928" y="16622"/>
                      <a:pt x="11366" y="15945"/>
                      <a:pt x="13664" y="13647"/>
                    </a:cubicBezTo>
                    <a:cubicBezTo>
                      <a:pt x="15945" y="11366"/>
                      <a:pt x="16621" y="7928"/>
                      <a:pt x="15392" y="4935"/>
                    </a:cubicBezTo>
                    <a:cubicBezTo>
                      <a:pt x="14145" y="1943"/>
                      <a:pt x="11242" y="1"/>
                      <a:pt x="7999" y="1"/>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9" name="Google Shape;599;p39"/>
            <p:cNvSpPr/>
            <p:nvPr/>
          </p:nvSpPr>
          <p:spPr>
            <a:xfrm>
              <a:off x="1280188" y="3106043"/>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9"/>
            <p:cNvSpPr/>
            <p:nvPr/>
          </p:nvSpPr>
          <p:spPr>
            <a:xfrm>
              <a:off x="1592388" y="2738300"/>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9"/>
            <p:cNvSpPr/>
            <p:nvPr/>
          </p:nvSpPr>
          <p:spPr>
            <a:xfrm>
              <a:off x="2585538" y="1004156"/>
              <a:ext cx="107827" cy="107819"/>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9"/>
            <p:cNvSpPr/>
            <p:nvPr/>
          </p:nvSpPr>
          <p:spPr>
            <a:xfrm rot="-1685758">
              <a:off x="1054253" y="3042997"/>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3" name="Google Shape;603;p39"/>
            <p:cNvGrpSpPr/>
            <p:nvPr/>
          </p:nvGrpSpPr>
          <p:grpSpPr>
            <a:xfrm>
              <a:off x="299357" y="3264591"/>
              <a:ext cx="953591" cy="334099"/>
              <a:chOff x="2271950" y="2722775"/>
              <a:chExt cx="575875" cy="201775"/>
            </a:xfrm>
          </p:grpSpPr>
          <p:sp>
            <p:nvSpPr>
              <p:cNvPr id="604" name="Google Shape;604;p39"/>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9"/>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9"/>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9"/>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9"/>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9" name="Google Shape;609;p39"/>
            <p:cNvGrpSpPr/>
            <p:nvPr/>
          </p:nvGrpSpPr>
          <p:grpSpPr>
            <a:xfrm>
              <a:off x="2710772" y="1830439"/>
              <a:ext cx="695830" cy="243805"/>
              <a:chOff x="2271950" y="2722775"/>
              <a:chExt cx="575875" cy="201775"/>
            </a:xfrm>
          </p:grpSpPr>
          <p:sp>
            <p:nvSpPr>
              <p:cNvPr id="610" name="Google Shape;610;p39"/>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9"/>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9"/>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9"/>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9"/>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5" name="Google Shape;615;p39"/>
            <p:cNvSpPr/>
            <p:nvPr/>
          </p:nvSpPr>
          <p:spPr>
            <a:xfrm>
              <a:off x="505976" y="2408303"/>
              <a:ext cx="416654" cy="491569"/>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9"/>
            <p:cNvSpPr/>
            <p:nvPr/>
          </p:nvSpPr>
          <p:spPr>
            <a:xfrm>
              <a:off x="3007526" y="1135838"/>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9"/>
            <p:cNvSpPr/>
            <p:nvPr/>
          </p:nvSpPr>
          <p:spPr>
            <a:xfrm>
              <a:off x="3170038" y="2791388"/>
              <a:ext cx="107827" cy="108491"/>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9"/>
            <p:cNvSpPr/>
            <p:nvPr/>
          </p:nvSpPr>
          <p:spPr>
            <a:xfrm rot="7201932">
              <a:off x="2008862" y="3174640"/>
              <a:ext cx="371928" cy="370031"/>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9"/>
            <p:cNvSpPr/>
            <p:nvPr/>
          </p:nvSpPr>
          <p:spPr>
            <a:xfrm>
              <a:off x="2175901" y="3987622"/>
              <a:ext cx="213431" cy="213401"/>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9"/>
            <p:cNvSpPr/>
            <p:nvPr/>
          </p:nvSpPr>
          <p:spPr>
            <a:xfrm rot="7198898">
              <a:off x="1348924" y="3430306"/>
              <a:ext cx="700377" cy="696805"/>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1" name="Google Shape;621;p39"/>
          <p:cNvSpPr/>
          <p:nvPr/>
        </p:nvSpPr>
        <p:spPr>
          <a:xfrm rot="-1685758">
            <a:off x="4132391" y="3763947"/>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9"/>
          <p:cNvSpPr txBox="1"/>
          <p:nvPr/>
        </p:nvSpPr>
        <p:spPr>
          <a:xfrm>
            <a:off x="7062300" y="212749"/>
            <a:ext cx="1367400" cy="300900"/>
          </a:xfrm>
          <a:prstGeom prst="rect">
            <a:avLst/>
          </a:prstGeom>
          <a:noFill/>
          <a:ln>
            <a:noFill/>
          </a:ln>
        </p:spPr>
        <p:txBody>
          <a:bodyPr spcFirstLastPara="1" wrap="square" lIns="91425" tIns="91425" rIns="0" bIns="91425" anchor="ctr" anchorCtr="0">
            <a:noAutofit/>
          </a:bodyPr>
          <a:lstStyle/>
          <a:p>
            <a:pPr marL="0" lvl="0" indent="0" algn="r" rtl="0">
              <a:spcBef>
                <a:spcPts val="0"/>
              </a:spcBef>
              <a:spcAft>
                <a:spcPts val="0"/>
              </a:spcAft>
              <a:buNone/>
            </a:pPr>
            <a:r>
              <a:rPr lang="en">
                <a:solidFill>
                  <a:schemeClr val="lt2"/>
                </a:solidFill>
                <a:latin typeface="Bebas Neue"/>
                <a:ea typeface="Bebas Neue"/>
                <a:cs typeface="Bebas Neue"/>
                <a:sym typeface="Bebas Neue"/>
              </a:rPr>
              <a:t>Data ANALYSIS</a:t>
            </a:r>
            <a:endParaRPr>
              <a:solidFill>
                <a:schemeClr val="lt2"/>
              </a:solidFill>
            </a:endParaRPr>
          </a:p>
        </p:txBody>
      </p:sp>
      <p:cxnSp>
        <p:nvCxnSpPr>
          <p:cNvPr id="623" name="Google Shape;623;p39"/>
          <p:cNvCxnSpPr/>
          <p:nvPr/>
        </p:nvCxnSpPr>
        <p:spPr>
          <a:xfrm>
            <a:off x="4600575" y="2314563"/>
            <a:ext cx="3829200" cy="0"/>
          </a:xfrm>
          <a:prstGeom prst="straightConnector1">
            <a:avLst/>
          </a:prstGeom>
          <a:noFill/>
          <a:ln w="9525" cap="flat" cmpd="sng">
            <a:solidFill>
              <a:schemeClr val="dk1"/>
            </a:solidFill>
            <a:prstDash val="solid"/>
            <a:round/>
            <a:headEnd type="none" w="med" len="med"/>
            <a:tailEnd type="none" w="med" len="med"/>
          </a:ln>
        </p:spPr>
      </p:cxnSp>
      <p:sp>
        <p:nvSpPr>
          <p:cNvPr id="624" name="Google Shape;624;p39">
            <a:hlinkClick r:id="" action="ppaction://hlinkshowjump?jump=nextslide"/>
          </p:cNvPr>
          <p:cNvSpPr/>
          <p:nvPr/>
        </p:nvSpPr>
        <p:spPr>
          <a:xfrm rot="5400000">
            <a:off x="821542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9">
            <a:hlinkClick r:id="" action="ppaction://hlinkshowjump?jump=previousslide"/>
          </p:cNvPr>
          <p:cNvSpPr/>
          <p:nvPr/>
        </p:nvSpPr>
        <p:spPr>
          <a:xfrm rot="-5400000" flipH="1">
            <a:off x="73197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9">
            <a:hlinkClick r:id="rId3" action="ppaction://hlinksldjump"/>
          </p:cNvPr>
          <p:cNvSpPr txBox="1"/>
          <p:nvPr/>
        </p:nvSpPr>
        <p:spPr>
          <a:xfrm>
            <a:off x="92245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MENU</a:t>
            </a:r>
            <a:endParaRPr sz="1000">
              <a:solidFill>
                <a:schemeClr val="dk1"/>
              </a:solidFill>
              <a:latin typeface="Bebas Neue"/>
              <a:ea typeface="Bebas Neue"/>
              <a:cs typeface="Bebas Neue"/>
              <a:sym typeface="Bebas Neue"/>
            </a:endParaRPr>
          </a:p>
        </p:txBody>
      </p:sp>
      <p:sp>
        <p:nvSpPr>
          <p:cNvPr id="627" name="Google Shape;627;p39">
            <a:hlinkClick r:id="" action="ppaction://noaction"/>
          </p:cNvPr>
          <p:cNvSpPr txBox="1"/>
          <p:nvPr/>
        </p:nvSpPr>
        <p:spPr>
          <a:xfrm>
            <a:off x="151793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ANALYSIS</a:t>
            </a:r>
            <a:endParaRPr sz="1000">
              <a:solidFill>
                <a:schemeClr val="dk1"/>
              </a:solidFill>
              <a:latin typeface="Bebas Neue"/>
              <a:ea typeface="Bebas Neue"/>
              <a:cs typeface="Bebas Neue"/>
              <a:sym typeface="Bebas Neue"/>
            </a:endParaRPr>
          </a:p>
        </p:txBody>
      </p:sp>
      <p:sp>
        <p:nvSpPr>
          <p:cNvPr id="628" name="Google Shape;628;p39">
            <a:hlinkClick r:id="" action="ppaction://noaction"/>
          </p:cNvPr>
          <p:cNvSpPr txBox="1"/>
          <p:nvPr/>
        </p:nvSpPr>
        <p:spPr>
          <a:xfrm>
            <a:off x="211341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CONTACT</a:t>
            </a:r>
            <a:endParaRPr sz="1000">
              <a:solidFill>
                <a:schemeClr val="dk1"/>
              </a:solidFill>
              <a:latin typeface="Bebas Neue"/>
              <a:ea typeface="Bebas Neue"/>
              <a:cs typeface="Bebas Neue"/>
              <a:sym typeface="Bebas Neue"/>
            </a:endParaRPr>
          </a:p>
        </p:txBody>
      </p:sp>
      <p:grpSp>
        <p:nvGrpSpPr>
          <p:cNvPr id="629" name="Google Shape;629;p39"/>
          <p:cNvGrpSpPr/>
          <p:nvPr/>
        </p:nvGrpSpPr>
        <p:grpSpPr>
          <a:xfrm>
            <a:off x="706038" y="312972"/>
            <a:ext cx="140222" cy="140409"/>
            <a:chOff x="2741000" y="199475"/>
            <a:chExt cx="191953" cy="192210"/>
          </a:xfrm>
        </p:grpSpPr>
        <p:sp>
          <p:nvSpPr>
            <p:cNvPr id="630" name="Google Shape;630;p39"/>
            <p:cNvSpPr/>
            <p:nvPr/>
          </p:nvSpPr>
          <p:spPr>
            <a:xfrm>
              <a:off x="2741000"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9"/>
            <p:cNvSpPr/>
            <p:nvPr/>
          </p:nvSpPr>
          <p:spPr>
            <a:xfrm>
              <a:off x="2741000"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9"/>
            <p:cNvSpPr/>
            <p:nvPr/>
          </p:nvSpPr>
          <p:spPr>
            <a:xfrm>
              <a:off x="2741000"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9"/>
            <p:cNvSpPr/>
            <p:nvPr/>
          </p:nvSpPr>
          <p:spPr>
            <a:xfrm>
              <a:off x="2815215"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9"/>
            <p:cNvSpPr/>
            <p:nvPr/>
          </p:nvSpPr>
          <p:spPr>
            <a:xfrm>
              <a:off x="2815215"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9"/>
            <p:cNvSpPr/>
            <p:nvPr/>
          </p:nvSpPr>
          <p:spPr>
            <a:xfrm>
              <a:off x="2815215"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9"/>
            <p:cNvSpPr/>
            <p:nvPr/>
          </p:nvSpPr>
          <p:spPr>
            <a:xfrm>
              <a:off x="2889453"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9"/>
            <p:cNvSpPr/>
            <p:nvPr/>
          </p:nvSpPr>
          <p:spPr>
            <a:xfrm>
              <a:off x="2889453"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9"/>
            <p:cNvSpPr/>
            <p:nvPr/>
          </p:nvSpPr>
          <p:spPr>
            <a:xfrm>
              <a:off x="2889453"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9" name="Google Shape;639;p39">
            <a:hlinkClick r:id="rId4" action="ppaction://hlinksldjump"/>
          </p:cNvPr>
          <p:cNvSpPr/>
          <p:nvPr/>
        </p:nvSpPr>
        <p:spPr>
          <a:xfrm>
            <a:off x="669500" y="276525"/>
            <a:ext cx="213300" cy="21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36"/>
          <p:cNvSpPr txBox="1">
            <a:spLocks noGrp="1"/>
          </p:cNvSpPr>
          <p:nvPr>
            <p:ph type="title"/>
          </p:nvPr>
        </p:nvSpPr>
        <p:spPr>
          <a:xfrm>
            <a:off x="706038" y="887850"/>
            <a:ext cx="7715400" cy="605700"/>
          </a:xfrm>
          <a:prstGeom prst="rect">
            <a:avLst/>
          </a:prstGeom>
        </p:spPr>
        <p:txBody>
          <a:bodyPr spcFirstLastPara="1" wrap="square" lIns="91425" tIns="91425" rIns="91425" bIns="91425" anchor="t" anchorCtr="0">
            <a:noAutofit/>
          </a:bodyPr>
          <a:lstStyle/>
          <a:p>
            <a:r>
              <a:rPr lang="fr-FR" dirty="0"/>
              <a:t>Composants clés de Power BI.</a:t>
            </a:r>
            <a:br>
              <a:rPr lang="fr-FR" dirty="0"/>
            </a:br>
            <a:endParaRPr dirty="0"/>
          </a:p>
        </p:txBody>
      </p:sp>
      <p:sp>
        <p:nvSpPr>
          <p:cNvPr id="355" name="Google Shape;355;p36"/>
          <p:cNvSpPr txBox="1">
            <a:spLocks noGrp="1"/>
          </p:cNvSpPr>
          <p:nvPr>
            <p:ph type="subTitle" idx="1"/>
          </p:nvPr>
        </p:nvSpPr>
        <p:spPr>
          <a:xfrm>
            <a:off x="743437" y="1763314"/>
            <a:ext cx="5386200" cy="245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hlink"/>
              </a:buClr>
              <a:buSzPts val="1100"/>
              <a:buFont typeface="Arial"/>
              <a:buNone/>
            </a:pPr>
            <a:r>
              <a:rPr lang="fr-FR" dirty="0"/>
              <a:t>composé de trois principaux canaux qui interagissent pour permettre la création, la publication, et la consultation de rapports et de tableaux de bord. Ces trois canaux sont:</a:t>
            </a:r>
            <a:endParaRPr dirty="0"/>
          </a:p>
          <a:p>
            <a:pPr marL="457200" lvl="0" indent="-317500" algn="l" rtl="0">
              <a:spcBef>
                <a:spcPts val="0"/>
              </a:spcBef>
              <a:spcAft>
                <a:spcPts val="0"/>
              </a:spcAft>
              <a:buSzPts val="1400"/>
              <a:buChar char="●"/>
            </a:pPr>
            <a:r>
              <a:rPr lang="fr-FR" dirty="0"/>
              <a:t>Power BI Desktop</a:t>
            </a:r>
            <a:endParaRPr dirty="0"/>
          </a:p>
          <a:p>
            <a:pPr marL="457200" lvl="0" indent="-317500" algn="l" rtl="0">
              <a:spcBef>
                <a:spcPts val="0"/>
              </a:spcBef>
              <a:spcAft>
                <a:spcPts val="0"/>
              </a:spcAft>
              <a:buSzPts val="1400"/>
              <a:buChar char="●"/>
            </a:pPr>
            <a:r>
              <a:rPr lang="fr-FR" dirty="0"/>
              <a:t>Power BI Service</a:t>
            </a:r>
          </a:p>
          <a:p>
            <a:pPr marL="457200" lvl="0" indent="-317500" algn="l" rtl="0">
              <a:spcBef>
                <a:spcPts val="0"/>
              </a:spcBef>
              <a:spcAft>
                <a:spcPts val="0"/>
              </a:spcAft>
              <a:buSzPts val="1400"/>
              <a:buChar char="●"/>
            </a:pPr>
            <a:r>
              <a:rPr lang="fr-FR" dirty="0"/>
              <a:t>Power BI Mobile</a:t>
            </a:r>
          </a:p>
        </p:txBody>
      </p:sp>
      <p:grpSp>
        <p:nvGrpSpPr>
          <p:cNvPr id="356" name="Google Shape;356;p36"/>
          <p:cNvGrpSpPr/>
          <p:nvPr/>
        </p:nvGrpSpPr>
        <p:grpSpPr>
          <a:xfrm rot="5400000">
            <a:off x="1071931" y="3617221"/>
            <a:ext cx="612965" cy="612965"/>
            <a:chOff x="5208200" y="980975"/>
            <a:chExt cx="440475" cy="440475"/>
          </a:xfrm>
        </p:grpSpPr>
        <p:sp>
          <p:nvSpPr>
            <p:cNvPr id="357" name="Google Shape;357;p36"/>
            <p:cNvSpPr/>
            <p:nvPr/>
          </p:nvSpPr>
          <p:spPr>
            <a:xfrm>
              <a:off x="5208200" y="980975"/>
              <a:ext cx="197300" cy="199975"/>
            </a:xfrm>
            <a:custGeom>
              <a:avLst/>
              <a:gdLst/>
              <a:ahLst/>
              <a:cxnLst/>
              <a:rect l="l" t="t" r="r" b="b"/>
              <a:pathLst>
                <a:path w="7892" h="7999" extrusionOk="0">
                  <a:moveTo>
                    <a:pt x="7892" y="0"/>
                  </a:moveTo>
                  <a:cubicBezTo>
                    <a:pt x="3510" y="72"/>
                    <a:pt x="0" y="3617"/>
                    <a:pt x="0" y="7999"/>
                  </a:cubicBezTo>
                  <a:lnTo>
                    <a:pt x="7892" y="7999"/>
                  </a:ln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6"/>
            <p:cNvSpPr/>
            <p:nvPr/>
          </p:nvSpPr>
          <p:spPr>
            <a:xfrm>
              <a:off x="5233125" y="1005900"/>
              <a:ext cx="415550" cy="415550"/>
            </a:xfrm>
            <a:custGeom>
              <a:avLst/>
              <a:gdLst/>
              <a:ahLst/>
              <a:cxnLst/>
              <a:rect l="l" t="t" r="r" b="b"/>
              <a:pathLst>
                <a:path w="16622" h="16622" extrusionOk="0">
                  <a:moveTo>
                    <a:pt x="7999" y="1"/>
                  </a:moveTo>
                  <a:lnTo>
                    <a:pt x="7892" y="1"/>
                  </a:lnTo>
                  <a:lnTo>
                    <a:pt x="7892" y="8000"/>
                  </a:lnTo>
                  <a:lnTo>
                    <a:pt x="1" y="8000"/>
                  </a:lnTo>
                  <a:cubicBezTo>
                    <a:pt x="1" y="11242"/>
                    <a:pt x="1960" y="14145"/>
                    <a:pt x="4935" y="15392"/>
                  </a:cubicBezTo>
                  <a:cubicBezTo>
                    <a:pt x="7928" y="16622"/>
                    <a:pt x="11366" y="15945"/>
                    <a:pt x="13664" y="13647"/>
                  </a:cubicBezTo>
                  <a:cubicBezTo>
                    <a:pt x="15945" y="11366"/>
                    <a:pt x="16621" y="7928"/>
                    <a:pt x="15392" y="4935"/>
                  </a:cubicBezTo>
                  <a:cubicBezTo>
                    <a:pt x="14145" y="1943"/>
                    <a:pt x="11242" y="1"/>
                    <a:pt x="7999" y="1"/>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9" name="Google Shape;359;p36"/>
          <p:cNvGrpSpPr/>
          <p:nvPr/>
        </p:nvGrpSpPr>
        <p:grpSpPr>
          <a:xfrm>
            <a:off x="6066397" y="3338339"/>
            <a:ext cx="695830" cy="243805"/>
            <a:chOff x="2271950" y="2722775"/>
            <a:chExt cx="575875" cy="201775"/>
          </a:xfrm>
        </p:grpSpPr>
        <p:sp>
          <p:nvSpPr>
            <p:cNvPr id="360" name="Google Shape;360;p36"/>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6"/>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36"/>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6"/>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6"/>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5" name="Google Shape;365;p36"/>
          <p:cNvSpPr/>
          <p:nvPr/>
        </p:nvSpPr>
        <p:spPr>
          <a:xfrm rot="7201932">
            <a:off x="7909637" y="1678403"/>
            <a:ext cx="371928" cy="370031"/>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6"/>
          <p:cNvSpPr/>
          <p:nvPr/>
        </p:nvSpPr>
        <p:spPr>
          <a:xfrm>
            <a:off x="7530851" y="3841760"/>
            <a:ext cx="213431" cy="213401"/>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6"/>
          <p:cNvSpPr/>
          <p:nvPr/>
        </p:nvSpPr>
        <p:spPr>
          <a:xfrm rot="7198898">
            <a:off x="7267137" y="1029219"/>
            <a:ext cx="700377" cy="696805"/>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6"/>
          <p:cNvSpPr/>
          <p:nvPr/>
        </p:nvSpPr>
        <p:spPr>
          <a:xfrm rot="7201932">
            <a:off x="7821662" y="2772440"/>
            <a:ext cx="371928" cy="370031"/>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6"/>
          <p:cNvSpPr/>
          <p:nvPr/>
        </p:nvSpPr>
        <p:spPr>
          <a:xfrm rot="-1685758">
            <a:off x="7151203" y="1865722"/>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6"/>
          <p:cNvSpPr/>
          <p:nvPr/>
        </p:nvSpPr>
        <p:spPr>
          <a:xfrm>
            <a:off x="2635388" y="3617213"/>
            <a:ext cx="107827" cy="108491"/>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6"/>
          <p:cNvSpPr/>
          <p:nvPr/>
        </p:nvSpPr>
        <p:spPr>
          <a:xfrm>
            <a:off x="4246262" y="3536378"/>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6"/>
          <p:cNvSpPr/>
          <p:nvPr/>
        </p:nvSpPr>
        <p:spPr>
          <a:xfrm>
            <a:off x="8013038" y="3288315"/>
            <a:ext cx="416654" cy="491569"/>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6"/>
          <p:cNvSpPr/>
          <p:nvPr/>
        </p:nvSpPr>
        <p:spPr>
          <a:xfrm>
            <a:off x="3848926" y="3744922"/>
            <a:ext cx="213431" cy="213401"/>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6"/>
          <p:cNvSpPr/>
          <p:nvPr/>
        </p:nvSpPr>
        <p:spPr>
          <a:xfrm>
            <a:off x="5887138" y="4115913"/>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6"/>
          <p:cNvSpPr/>
          <p:nvPr/>
        </p:nvSpPr>
        <p:spPr>
          <a:xfrm rot="-1685758">
            <a:off x="5627203" y="3918359"/>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6"/>
          <p:cNvSpPr/>
          <p:nvPr/>
        </p:nvSpPr>
        <p:spPr>
          <a:xfrm>
            <a:off x="7140562" y="2828903"/>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6">
            <a:hlinkClick r:id="" action="ppaction://hlinkshowjump?jump=nextslide"/>
          </p:cNvPr>
          <p:cNvSpPr/>
          <p:nvPr/>
        </p:nvSpPr>
        <p:spPr>
          <a:xfrm rot="5400000">
            <a:off x="821542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6">
            <a:hlinkClick r:id="" action="ppaction://hlinkshowjump?jump=previousslide"/>
          </p:cNvPr>
          <p:cNvSpPr/>
          <p:nvPr/>
        </p:nvSpPr>
        <p:spPr>
          <a:xfrm rot="-5400000" flipH="1">
            <a:off x="73197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6">
            <a:hlinkClick r:id="rId3" action="ppaction://hlinksldjump"/>
          </p:cNvPr>
          <p:cNvSpPr txBox="1"/>
          <p:nvPr/>
        </p:nvSpPr>
        <p:spPr>
          <a:xfrm>
            <a:off x="92245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MENU</a:t>
            </a:r>
            <a:endParaRPr sz="1000">
              <a:solidFill>
                <a:schemeClr val="dk1"/>
              </a:solidFill>
              <a:latin typeface="Bebas Neue"/>
              <a:ea typeface="Bebas Neue"/>
              <a:cs typeface="Bebas Neue"/>
              <a:sym typeface="Bebas Neue"/>
            </a:endParaRPr>
          </a:p>
        </p:txBody>
      </p:sp>
      <p:sp>
        <p:nvSpPr>
          <p:cNvPr id="380" name="Google Shape;380;p36">
            <a:hlinkClick r:id="" action="ppaction://noaction"/>
          </p:cNvPr>
          <p:cNvSpPr txBox="1"/>
          <p:nvPr/>
        </p:nvSpPr>
        <p:spPr>
          <a:xfrm>
            <a:off x="151793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ANALYSIS</a:t>
            </a:r>
            <a:endParaRPr sz="1000">
              <a:solidFill>
                <a:schemeClr val="dk1"/>
              </a:solidFill>
              <a:latin typeface="Bebas Neue"/>
              <a:ea typeface="Bebas Neue"/>
              <a:cs typeface="Bebas Neue"/>
              <a:sym typeface="Bebas Neue"/>
            </a:endParaRPr>
          </a:p>
        </p:txBody>
      </p:sp>
      <p:sp>
        <p:nvSpPr>
          <p:cNvPr id="381" name="Google Shape;381;p36">
            <a:hlinkClick r:id="" action="ppaction://noaction"/>
          </p:cNvPr>
          <p:cNvSpPr txBox="1"/>
          <p:nvPr/>
        </p:nvSpPr>
        <p:spPr>
          <a:xfrm>
            <a:off x="211341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CONTACT</a:t>
            </a:r>
            <a:endParaRPr sz="1000">
              <a:solidFill>
                <a:schemeClr val="dk1"/>
              </a:solidFill>
              <a:latin typeface="Bebas Neue"/>
              <a:ea typeface="Bebas Neue"/>
              <a:cs typeface="Bebas Neue"/>
              <a:sym typeface="Bebas Neue"/>
            </a:endParaRPr>
          </a:p>
        </p:txBody>
      </p:sp>
      <p:grpSp>
        <p:nvGrpSpPr>
          <p:cNvPr id="382" name="Google Shape;382;p36"/>
          <p:cNvGrpSpPr/>
          <p:nvPr/>
        </p:nvGrpSpPr>
        <p:grpSpPr>
          <a:xfrm>
            <a:off x="706038" y="312972"/>
            <a:ext cx="140222" cy="140409"/>
            <a:chOff x="2741000" y="199475"/>
            <a:chExt cx="191953" cy="192210"/>
          </a:xfrm>
        </p:grpSpPr>
        <p:sp>
          <p:nvSpPr>
            <p:cNvPr id="383" name="Google Shape;383;p36"/>
            <p:cNvSpPr/>
            <p:nvPr/>
          </p:nvSpPr>
          <p:spPr>
            <a:xfrm>
              <a:off x="2741000"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6"/>
            <p:cNvSpPr/>
            <p:nvPr/>
          </p:nvSpPr>
          <p:spPr>
            <a:xfrm>
              <a:off x="2741000"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6"/>
            <p:cNvSpPr/>
            <p:nvPr/>
          </p:nvSpPr>
          <p:spPr>
            <a:xfrm>
              <a:off x="2741000"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6"/>
            <p:cNvSpPr/>
            <p:nvPr/>
          </p:nvSpPr>
          <p:spPr>
            <a:xfrm>
              <a:off x="2815215"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6"/>
            <p:cNvSpPr/>
            <p:nvPr/>
          </p:nvSpPr>
          <p:spPr>
            <a:xfrm>
              <a:off x="2815215"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6"/>
            <p:cNvSpPr/>
            <p:nvPr/>
          </p:nvSpPr>
          <p:spPr>
            <a:xfrm>
              <a:off x="2815215"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6"/>
            <p:cNvSpPr/>
            <p:nvPr/>
          </p:nvSpPr>
          <p:spPr>
            <a:xfrm>
              <a:off x="2889453"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6"/>
            <p:cNvSpPr/>
            <p:nvPr/>
          </p:nvSpPr>
          <p:spPr>
            <a:xfrm>
              <a:off x="2889453"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6"/>
            <p:cNvSpPr/>
            <p:nvPr/>
          </p:nvSpPr>
          <p:spPr>
            <a:xfrm>
              <a:off x="2889453"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2" name="Google Shape;392;p36">
            <a:hlinkClick r:id="rId4" action="ppaction://hlinksldjump"/>
          </p:cNvPr>
          <p:cNvSpPr/>
          <p:nvPr/>
        </p:nvSpPr>
        <p:spPr>
          <a:xfrm>
            <a:off x="669500" y="276525"/>
            <a:ext cx="213300" cy="21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48"/>
        <p:cNvGrpSpPr/>
        <p:nvPr/>
      </p:nvGrpSpPr>
      <p:grpSpPr>
        <a:xfrm>
          <a:off x="0" y="0"/>
          <a:ext cx="0" cy="0"/>
          <a:chOff x="0" y="0"/>
          <a:chExt cx="0" cy="0"/>
        </a:xfrm>
      </p:grpSpPr>
      <p:grpSp>
        <p:nvGrpSpPr>
          <p:cNvPr id="1249" name="Google Shape;1249;p50"/>
          <p:cNvGrpSpPr/>
          <p:nvPr/>
        </p:nvGrpSpPr>
        <p:grpSpPr>
          <a:xfrm>
            <a:off x="7192079" y="3371409"/>
            <a:ext cx="1214578" cy="425543"/>
            <a:chOff x="2271950" y="2722775"/>
            <a:chExt cx="575875" cy="201775"/>
          </a:xfrm>
        </p:grpSpPr>
        <p:sp>
          <p:nvSpPr>
            <p:cNvPr id="1250" name="Google Shape;1250;p50"/>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50"/>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50"/>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50"/>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50"/>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5" name="Google Shape;1255;p50"/>
          <p:cNvSpPr txBox="1">
            <a:spLocks noGrp="1"/>
          </p:cNvSpPr>
          <p:nvPr>
            <p:ph type="subTitle" idx="1"/>
          </p:nvPr>
        </p:nvSpPr>
        <p:spPr>
          <a:xfrm>
            <a:off x="548559" y="1819705"/>
            <a:ext cx="4613175" cy="238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hlink"/>
              </a:buClr>
              <a:buSzPts val="1100"/>
              <a:buFont typeface="Arial"/>
              <a:buNone/>
            </a:pPr>
            <a:r>
              <a:rPr lang="fr-FR" dirty="0"/>
              <a:t>Il s'agit de l'application de conception où les utilisateurs créent leurs rapports et tableaux de bord. </a:t>
            </a:r>
            <a:endParaRPr dirty="0"/>
          </a:p>
          <a:p>
            <a:pPr marL="457200" lvl="0" indent="-317500" algn="l" rtl="0">
              <a:spcBef>
                <a:spcPts val="1000"/>
              </a:spcBef>
              <a:spcAft>
                <a:spcPts val="0"/>
              </a:spcAft>
              <a:buSzPts val="1400"/>
              <a:buFont typeface="Arimo"/>
              <a:buChar char="●"/>
            </a:pPr>
            <a:r>
              <a:rPr lang="fr-FR" dirty="0"/>
              <a:t>connecter à différentes sources de données</a:t>
            </a:r>
            <a:endParaRPr dirty="0"/>
          </a:p>
          <a:p>
            <a:pPr marL="457200" lvl="0" indent="-317500" algn="l" rtl="0">
              <a:spcBef>
                <a:spcPts val="0"/>
              </a:spcBef>
              <a:spcAft>
                <a:spcPts val="0"/>
              </a:spcAft>
              <a:buSzPts val="1400"/>
              <a:buFont typeface="Arimo"/>
              <a:buChar char="●"/>
            </a:pPr>
            <a:r>
              <a:rPr lang="fr-FR" dirty="0"/>
              <a:t>créer des modèles de données </a:t>
            </a:r>
          </a:p>
          <a:p>
            <a:pPr marL="457200" lvl="0" indent="-317500" algn="l" rtl="0">
              <a:spcBef>
                <a:spcPts val="0"/>
              </a:spcBef>
              <a:spcAft>
                <a:spcPts val="0"/>
              </a:spcAft>
              <a:buSzPts val="1400"/>
              <a:buFont typeface="Arimo"/>
              <a:buChar char="●"/>
            </a:pPr>
            <a:r>
              <a:rPr lang="fr-FR" dirty="0"/>
              <a:t>concevoir des visualisations</a:t>
            </a:r>
          </a:p>
          <a:p>
            <a:pPr marL="139700" lvl="0" indent="0" algn="l" rtl="0">
              <a:spcBef>
                <a:spcPts val="0"/>
              </a:spcBef>
              <a:spcAft>
                <a:spcPts val="0"/>
              </a:spcAft>
              <a:buSzPts val="1400"/>
              <a:buNone/>
            </a:pPr>
            <a:endParaRPr lang="fr-FR" dirty="0"/>
          </a:p>
          <a:p>
            <a:pPr marL="139700" lvl="0" indent="0" algn="l" rtl="0">
              <a:spcBef>
                <a:spcPts val="0"/>
              </a:spcBef>
              <a:spcAft>
                <a:spcPts val="0"/>
              </a:spcAft>
              <a:buSzPts val="1400"/>
              <a:buNone/>
            </a:pPr>
            <a:r>
              <a:rPr lang="fr-FR" dirty="0"/>
              <a:t>C'est l'outil utilisé pour la création initiale des rapports.</a:t>
            </a:r>
          </a:p>
        </p:txBody>
      </p:sp>
      <p:sp>
        <p:nvSpPr>
          <p:cNvPr id="1256" name="Google Shape;1256;p50"/>
          <p:cNvSpPr txBox="1">
            <a:spLocks noGrp="1"/>
          </p:cNvSpPr>
          <p:nvPr>
            <p:ph type="title"/>
          </p:nvPr>
        </p:nvSpPr>
        <p:spPr>
          <a:xfrm>
            <a:off x="669500" y="949250"/>
            <a:ext cx="3857700" cy="1246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Power bi desktop</a:t>
            </a:r>
            <a:endParaRPr dirty="0"/>
          </a:p>
        </p:txBody>
      </p:sp>
      <p:sp>
        <p:nvSpPr>
          <p:cNvPr id="1258" name="Google Shape;1258;p50"/>
          <p:cNvSpPr txBox="1"/>
          <p:nvPr/>
        </p:nvSpPr>
        <p:spPr>
          <a:xfrm>
            <a:off x="7062300" y="212749"/>
            <a:ext cx="1367400" cy="300900"/>
          </a:xfrm>
          <a:prstGeom prst="rect">
            <a:avLst/>
          </a:prstGeom>
          <a:noFill/>
          <a:ln>
            <a:noFill/>
          </a:ln>
        </p:spPr>
        <p:txBody>
          <a:bodyPr spcFirstLastPara="1" wrap="square" lIns="91425" tIns="91425" rIns="0" bIns="91425" anchor="ctr" anchorCtr="0">
            <a:noAutofit/>
          </a:bodyPr>
          <a:lstStyle/>
          <a:p>
            <a:pPr marL="0" lvl="0" indent="0" algn="r" rtl="0">
              <a:spcBef>
                <a:spcPts val="0"/>
              </a:spcBef>
              <a:spcAft>
                <a:spcPts val="0"/>
              </a:spcAft>
              <a:buNone/>
            </a:pPr>
            <a:r>
              <a:rPr lang="en">
                <a:solidFill>
                  <a:schemeClr val="lt2"/>
                </a:solidFill>
                <a:latin typeface="Bebas Neue"/>
                <a:ea typeface="Bebas Neue"/>
                <a:cs typeface="Bebas Neue"/>
                <a:sym typeface="Bebas Neue"/>
              </a:rPr>
              <a:t>Data ANALYSIS</a:t>
            </a:r>
            <a:endParaRPr>
              <a:solidFill>
                <a:schemeClr val="lt2"/>
              </a:solidFill>
            </a:endParaRPr>
          </a:p>
        </p:txBody>
      </p:sp>
      <p:sp>
        <p:nvSpPr>
          <p:cNvPr id="1259" name="Google Shape;1259;p50"/>
          <p:cNvSpPr/>
          <p:nvPr/>
        </p:nvSpPr>
        <p:spPr>
          <a:xfrm>
            <a:off x="4762138" y="845850"/>
            <a:ext cx="107827" cy="108491"/>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50"/>
          <p:cNvSpPr/>
          <p:nvPr/>
        </p:nvSpPr>
        <p:spPr>
          <a:xfrm>
            <a:off x="5414751" y="777543"/>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50"/>
          <p:cNvSpPr/>
          <p:nvPr/>
        </p:nvSpPr>
        <p:spPr>
          <a:xfrm>
            <a:off x="8216276" y="954347"/>
            <a:ext cx="213431" cy="213401"/>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50"/>
          <p:cNvSpPr/>
          <p:nvPr/>
        </p:nvSpPr>
        <p:spPr>
          <a:xfrm rot="-1685758">
            <a:off x="5045528" y="1289634"/>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50"/>
          <p:cNvSpPr/>
          <p:nvPr/>
        </p:nvSpPr>
        <p:spPr>
          <a:xfrm>
            <a:off x="7626025" y="917775"/>
            <a:ext cx="107827" cy="108491"/>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50"/>
          <p:cNvSpPr/>
          <p:nvPr/>
        </p:nvSpPr>
        <p:spPr>
          <a:xfrm>
            <a:off x="8286401" y="3002225"/>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50"/>
          <p:cNvSpPr/>
          <p:nvPr/>
        </p:nvSpPr>
        <p:spPr>
          <a:xfrm rot="-1685758">
            <a:off x="7555828" y="4130459"/>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50"/>
          <p:cNvSpPr/>
          <p:nvPr/>
        </p:nvSpPr>
        <p:spPr>
          <a:xfrm>
            <a:off x="8359576" y="1726693"/>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50"/>
          <p:cNvSpPr/>
          <p:nvPr/>
        </p:nvSpPr>
        <p:spPr>
          <a:xfrm>
            <a:off x="5021388" y="3575250"/>
            <a:ext cx="107827" cy="108491"/>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50">
            <a:hlinkClick r:id="" action="ppaction://hlinkshowjump?jump=nextslide"/>
          </p:cNvPr>
          <p:cNvSpPr/>
          <p:nvPr/>
        </p:nvSpPr>
        <p:spPr>
          <a:xfrm rot="5400000">
            <a:off x="821542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50">
            <a:hlinkClick r:id="" action="ppaction://hlinkshowjump?jump=previousslide"/>
          </p:cNvPr>
          <p:cNvSpPr/>
          <p:nvPr/>
        </p:nvSpPr>
        <p:spPr>
          <a:xfrm rot="-5400000" flipH="1">
            <a:off x="73197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50">
            <a:hlinkClick r:id="rId3" action="ppaction://hlinksldjump"/>
          </p:cNvPr>
          <p:cNvSpPr txBox="1"/>
          <p:nvPr/>
        </p:nvSpPr>
        <p:spPr>
          <a:xfrm>
            <a:off x="92245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MENU</a:t>
            </a:r>
            <a:endParaRPr sz="1000">
              <a:solidFill>
                <a:schemeClr val="dk1"/>
              </a:solidFill>
              <a:latin typeface="Bebas Neue"/>
              <a:ea typeface="Bebas Neue"/>
              <a:cs typeface="Bebas Neue"/>
              <a:sym typeface="Bebas Neue"/>
            </a:endParaRPr>
          </a:p>
        </p:txBody>
      </p:sp>
      <p:sp>
        <p:nvSpPr>
          <p:cNvPr id="1271" name="Google Shape;1271;p50">
            <a:hlinkClick r:id="" action="ppaction://noaction"/>
          </p:cNvPr>
          <p:cNvSpPr txBox="1"/>
          <p:nvPr/>
        </p:nvSpPr>
        <p:spPr>
          <a:xfrm>
            <a:off x="151793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ANALYSIS</a:t>
            </a:r>
            <a:endParaRPr sz="1000">
              <a:solidFill>
                <a:schemeClr val="dk1"/>
              </a:solidFill>
              <a:latin typeface="Bebas Neue"/>
              <a:ea typeface="Bebas Neue"/>
              <a:cs typeface="Bebas Neue"/>
              <a:sym typeface="Bebas Neue"/>
            </a:endParaRPr>
          </a:p>
        </p:txBody>
      </p:sp>
      <p:sp>
        <p:nvSpPr>
          <p:cNvPr id="1272" name="Google Shape;1272;p50">
            <a:hlinkClick r:id="" action="ppaction://noaction"/>
          </p:cNvPr>
          <p:cNvSpPr txBox="1"/>
          <p:nvPr/>
        </p:nvSpPr>
        <p:spPr>
          <a:xfrm>
            <a:off x="211341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CONTACT</a:t>
            </a:r>
            <a:endParaRPr sz="1000">
              <a:solidFill>
                <a:schemeClr val="dk1"/>
              </a:solidFill>
              <a:latin typeface="Bebas Neue"/>
              <a:ea typeface="Bebas Neue"/>
              <a:cs typeface="Bebas Neue"/>
              <a:sym typeface="Bebas Neue"/>
            </a:endParaRPr>
          </a:p>
        </p:txBody>
      </p:sp>
      <p:grpSp>
        <p:nvGrpSpPr>
          <p:cNvPr id="1273" name="Google Shape;1273;p50"/>
          <p:cNvGrpSpPr/>
          <p:nvPr/>
        </p:nvGrpSpPr>
        <p:grpSpPr>
          <a:xfrm>
            <a:off x="706038" y="312972"/>
            <a:ext cx="140222" cy="140409"/>
            <a:chOff x="2741000" y="199475"/>
            <a:chExt cx="191953" cy="192210"/>
          </a:xfrm>
        </p:grpSpPr>
        <p:sp>
          <p:nvSpPr>
            <p:cNvPr id="1274" name="Google Shape;1274;p50"/>
            <p:cNvSpPr/>
            <p:nvPr/>
          </p:nvSpPr>
          <p:spPr>
            <a:xfrm>
              <a:off x="2741000"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50"/>
            <p:cNvSpPr/>
            <p:nvPr/>
          </p:nvSpPr>
          <p:spPr>
            <a:xfrm>
              <a:off x="2741000"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50"/>
            <p:cNvSpPr/>
            <p:nvPr/>
          </p:nvSpPr>
          <p:spPr>
            <a:xfrm>
              <a:off x="2741000"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50"/>
            <p:cNvSpPr/>
            <p:nvPr/>
          </p:nvSpPr>
          <p:spPr>
            <a:xfrm>
              <a:off x="2815215"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50"/>
            <p:cNvSpPr/>
            <p:nvPr/>
          </p:nvSpPr>
          <p:spPr>
            <a:xfrm>
              <a:off x="2815215"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50"/>
            <p:cNvSpPr/>
            <p:nvPr/>
          </p:nvSpPr>
          <p:spPr>
            <a:xfrm>
              <a:off x="2815215"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50"/>
            <p:cNvSpPr/>
            <p:nvPr/>
          </p:nvSpPr>
          <p:spPr>
            <a:xfrm>
              <a:off x="2889453"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50"/>
            <p:cNvSpPr/>
            <p:nvPr/>
          </p:nvSpPr>
          <p:spPr>
            <a:xfrm>
              <a:off x="2889453"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50"/>
            <p:cNvSpPr/>
            <p:nvPr/>
          </p:nvSpPr>
          <p:spPr>
            <a:xfrm>
              <a:off x="2889453"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83" name="Google Shape;1283;p50">
            <a:hlinkClick r:id="rId4" action="ppaction://hlinksldjump"/>
          </p:cNvPr>
          <p:cNvSpPr/>
          <p:nvPr/>
        </p:nvSpPr>
        <p:spPr>
          <a:xfrm>
            <a:off x="669500" y="276525"/>
            <a:ext cx="213300" cy="21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Image 2">
            <a:extLst>
              <a:ext uri="{FF2B5EF4-FFF2-40B4-BE49-F238E27FC236}">
                <a16:creationId xmlns:a16="http://schemas.microsoft.com/office/drawing/2014/main" id="{A04CF391-B133-4535-BCF3-F882FFB5B052}"/>
              </a:ext>
            </a:extLst>
          </p:cNvPr>
          <p:cNvPicPr>
            <a:picLocks noChangeAspect="1"/>
          </p:cNvPicPr>
          <p:nvPr/>
        </p:nvPicPr>
        <p:blipFill>
          <a:blip r:embed="rId5"/>
          <a:stretch>
            <a:fillRect/>
          </a:stretch>
        </p:blipFill>
        <p:spPr>
          <a:xfrm>
            <a:off x="5212591" y="1897793"/>
            <a:ext cx="3048000" cy="1714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48"/>
        <p:cNvGrpSpPr/>
        <p:nvPr/>
      </p:nvGrpSpPr>
      <p:grpSpPr>
        <a:xfrm>
          <a:off x="0" y="0"/>
          <a:ext cx="0" cy="0"/>
          <a:chOff x="0" y="0"/>
          <a:chExt cx="0" cy="0"/>
        </a:xfrm>
      </p:grpSpPr>
      <p:grpSp>
        <p:nvGrpSpPr>
          <p:cNvPr id="1249" name="Google Shape;1249;p50"/>
          <p:cNvGrpSpPr/>
          <p:nvPr/>
        </p:nvGrpSpPr>
        <p:grpSpPr>
          <a:xfrm>
            <a:off x="7192079" y="3371409"/>
            <a:ext cx="1214578" cy="425543"/>
            <a:chOff x="2271950" y="2722775"/>
            <a:chExt cx="575875" cy="201775"/>
          </a:xfrm>
        </p:grpSpPr>
        <p:sp>
          <p:nvSpPr>
            <p:cNvPr id="1250" name="Google Shape;1250;p50"/>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50"/>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50"/>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50"/>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50"/>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5" name="Google Shape;1255;p50"/>
          <p:cNvSpPr txBox="1">
            <a:spLocks noGrp="1"/>
          </p:cNvSpPr>
          <p:nvPr>
            <p:ph type="subTitle" idx="1"/>
          </p:nvPr>
        </p:nvSpPr>
        <p:spPr>
          <a:xfrm>
            <a:off x="548559" y="1819705"/>
            <a:ext cx="4613175" cy="238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hlink"/>
              </a:buClr>
              <a:buSzPts val="1100"/>
              <a:buFont typeface="Arial"/>
              <a:buNone/>
            </a:pPr>
            <a:r>
              <a:rPr lang="fr-FR" dirty="0"/>
              <a:t>Il s'agit de la plateforme cloud de Power BI qui permet de publier, partager, et collaborer sur les rapports et tableaux de bord créés dans Power BI Desktop.</a:t>
            </a:r>
          </a:p>
          <a:p>
            <a:pPr marL="0" lvl="0" indent="0" algn="l" rtl="0">
              <a:spcBef>
                <a:spcPts val="0"/>
              </a:spcBef>
              <a:spcAft>
                <a:spcPts val="0"/>
              </a:spcAft>
              <a:buClr>
                <a:schemeClr val="hlink"/>
              </a:buClr>
              <a:buSzPts val="1100"/>
              <a:buFont typeface="Arial"/>
              <a:buNone/>
            </a:pPr>
            <a:r>
              <a:rPr lang="fr-FR" dirty="0"/>
              <a:t>Les utilisateurs accèdent à Power BI Service via un navigateur web.</a:t>
            </a:r>
          </a:p>
          <a:p>
            <a:pPr marL="0" lvl="0" indent="0" algn="l" rtl="0">
              <a:spcBef>
                <a:spcPts val="0"/>
              </a:spcBef>
              <a:spcAft>
                <a:spcPts val="0"/>
              </a:spcAft>
              <a:buClr>
                <a:schemeClr val="hlink"/>
              </a:buClr>
              <a:buSzPts val="1100"/>
              <a:buFont typeface="Arial"/>
              <a:buNone/>
            </a:pPr>
            <a:r>
              <a:rPr lang="fr-FR" dirty="0"/>
              <a:t>Ils peuvent y partager des rapports, programmer des actualisations automatiques, et collaborer avec d'autres utilisateurs.</a:t>
            </a:r>
          </a:p>
        </p:txBody>
      </p:sp>
      <p:sp>
        <p:nvSpPr>
          <p:cNvPr id="1256" name="Google Shape;1256;p50"/>
          <p:cNvSpPr txBox="1">
            <a:spLocks noGrp="1"/>
          </p:cNvSpPr>
          <p:nvPr>
            <p:ph type="title"/>
          </p:nvPr>
        </p:nvSpPr>
        <p:spPr>
          <a:xfrm>
            <a:off x="669500" y="949250"/>
            <a:ext cx="3857700" cy="1246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Power bi SERVICE</a:t>
            </a:r>
            <a:endParaRPr dirty="0"/>
          </a:p>
        </p:txBody>
      </p:sp>
      <p:sp>
        <p:nvSpPr>
          <p:cNvPr id="1258" name="Google Shape;1258;p50"/>
          <p:cNvSpPr txBox="1"/>
          <p:nvPr/>
        </p:nvSpPr>
        <p:spPr>
          <a:xfrm>
            <a:off x="7062300" y="212749"/>
            <a:ext cx="1367400" cy="300900"/>
          </a:xfrm>
          <a:prstGeom prst="rect">
            <a:avLst/>
          </a:prstGeom>
          <a:noFill/>
          <a:ln>
            <a:noFill/>
          </a:ln>
        </p:spPr>
        <p:txBody>
          <a:bodyPr spcFirstLastPara="1" wrap="square" lIns="91425" tIns="91425" rIns="0" bIns="91425" anchor="ctr" anchorCtr="0">
            <a:noAutofit/>
          </a:bodyPr>
          <a:lstStyle/>
          <a:p>
            <a:pPr marL="0" lvl="0" indent="0" algn="r" rtl="0">
              <a:spcBef>
                <a:spcPts val="0"/>
              </a:spcBef>
              <a:spcAft>
                <a:spcPts val="0"/>
              </a:spcAft>
              <a:buNone/>
            </a:pPr>
            <a:r>
              <a:rPr lang="en">
                <a:solidFill>
                  <a:schemeClr val="lt2"/>
                </a:solidFill>
                <a:latin typeface="Bebas Neue"/>
                <a:ea typeface="Bebas Neue"/>
                <a:cs typeface="Bebas Neue"/>
                <a:sym typeface="Bebas Neue"/>
              </a:rPr>
              <a:t>Data ANALYSIS</a:t>
            </a:r>
            <a:endParaRPr>
              <a:solidFill>
                <a:schemeClr val="lt2"/>
              </a:solidFill>
            </a:endParaRPr>
          </a:p>
        </p:txBody>
      </p:sp>
      <p:sp>
        <p:nvSpPr>
          <p:cNvPr id="1259" name="Google Shape;1259;p50"/>
          <p:cNvSpPr/>
          <p:nvPr/>
        </p:nvSpPr>
        <p:spPr>
          <a:xfrm>
            <a:off x="4762138" y="845850"/>
            <a:ext cx="107827" cy="108491"/>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50"/>
          <p:cNvSpPr/>
          <p:nvPr/>
        </p:nvSpPr>
        <p:spPr>
          <a:xfrm>
            <a:off x="5414751" y="777543"/>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50"/>
          <p:cNvSpPr/>
          <p:nvPr/>
        </p:nvSpPr>
        <p:spPr>
          <a:xfrm>
            <a:off x="8216276" y="954347"/>
            <a:ext cx="213431" cy="213401"/>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50"/>
          <p:cNvSpPr/>
          <p:nvPr/>
        </p:nvSpPr>
        <p:spPr>
          <a:xfrm rot="-1685758">
            <a:off x="5045528" y="1289634"/>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50"/>
          <p:cNvSpPr/>
          <p:nvPr/>
        </p:nvSpPr>
        <p:spPr>
          <a:xfrm>
            <a:off x="7626025" y="917775"/>
            <a:ext cx="107827" cy="108491"/>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50"/>
          <p:cNvSpPr/>
          <p:nvPr/>
        </p:nvSpPr>
        <p:spPr>
          <a:xfrm>
            <a:off x="8286401" y="3002225"/>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50"/>
          <p:cNvSpPr/>
          <p:nvPr/>
        </p:nvSpPr>
        <p:spPr>
          <a:xfrm rot="-1685758">
            <a:off x="7555828" y="4130459"/>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50"/>
          <p:cNvSpPr/>
          <p:nvPr/>
        </p:nvSpPr>
        <p:spPr>
          <a:xfrm>
            <a:off x="8359576" y="1726693"/>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50"/>
          <p:cNvSpPr/>
          <p:nvPr/>
        </p:nvSpPr>
        <p:spPr>
          <a:xfrm>
            <a:off x="5021388" y="3575250"/>
            <a:ext cx="107827" cy="108491"/>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50">
            <a:hlinkClick r:id="" action="ppaction://hlinkshowjump?jump=nextslide"/>
          </p:cNvPr>
          <p:cNvSpPr/>
          <p:nvPr/>
        </p:nvSpPr>
        <p:spPr>
          <a:xfrm rot="5400000">
            <a:off x="821542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50">
            <a:hlinkClick r:id="" action="ppaction://hlinkshowjump?jump=previousslide"/>
          </p:cNvPr>
          <p:cNvSpPr/>
          <p:nvPr/>
        </p:nvSpPr>
        <p:spPr>
          <a:xfrm rot="-5400000" flipH="1">
            <a:off x="73197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50">
            <a:hlinkClick r:id="rId3" action="ppaction://hlinksldjump"/>
          </p:cNvPr>
          <p:cNvSpPr txBox="1"/>
          <p:nvPr/>
        </p:nvSpPr>
        <p:spPr>
          <a:xfrm>
            <a:off x="92245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MENU</a:t>
            </a:r>
            <a:endParaRPr sz="1000">
              <a:solidFill>
                <a:schemeClr val="dk1"/>
              </a:solidFill>
              <a:latin typeface="Bebas Neue"/>
              <a:ea typeface="Bebas Neue"/>
              <a:cs typeface="Bebas Neue"/>
              <a:sym typeface="Bebas Neue"/>
            </a:endParaRPr>
          </a:p>
        </p:txBody>
      </p:sp>
      <p:sp>
        <p:nvSpPr>
          <p:cNvPr id="1271" name="Google Shape;1271;p50">
            <a:hlinkClick r:id="" action="ppaction://noaction"/>
          </p:cNvPr>
          <p:cNvSpPr txBox="1"/>
          <p:nvPr/>
        </p:nvSpPr>
        <p:spPr>
          <a:xfrm>
            <a:off x="151793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ANALYSIS</a:t>
            </a:r>
            <a:endParaRPr sz="1000">
              <a:solidFill>
                <a:schemeClr val="dk1"/>
              </a:solidFill>
              <a:latin typeface="Bebas Neue"/>
              <a:ea typeface="Bebas Neue"/>
              <a:cs typeface="Bebas Neue"/>
              <a:sym typeface="Bebas Neue"/>
            </a:endParaRPr>
          </a:p>
        </p:txBody>
      </p:sp>
      <p:sp>
        <p:nvSpPr>
          <p:cNvPr id="1272" name="Google Shape;1272;p50">
            <a:hlinkClick r:id="" action="ppaction://noaction"/>
          </p:cNvPr>
          <p:cNvSpPr txBox="1"/>
          <p:nvPr/>
        </p:nvSpPr>
        <p:spPr>
          <a:xfrm>
            <a:off x="211341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CONTACT</a:t>
            </a:r>
            <a:endParaRPr sz="1000">
              <a:solidFill>
                <a:schemeClr val="dk1"/>
              </a:solidFill>
              <a:latin typeface="Bebas Neue"/>
              <a:ea typeface="Bebas Neue"/>
              <a:cs typeface="Bebas Neue"/>
              <a:sym typeface="Bebas Neue"/>
            </a:endParaRPr>
          </a:p>
        </p:txBody>
      </p:sp>
      <p:grpSp>
        <p:nvGrpSpPr>
          <p:cNvPr id="1273" name="Google Shape;1273;p50"/>
          <p:cNvGrpSpPr/>
          <p:nvPr/>
        </p:nvGrpSpPr>
        <p:grpSpPr>
          <a:xfrm>
            <a:off x="706038" y="312972"/>
            <a:ext cx="140222" cy="140409"/>
            <a:chOff x="2741000" y="199475"/>
            <a:chExt cx="191953" cy="192210"/>
          </a:xfrm>
        </p:grpSpPr>
        <p:sp>
          <p:nvSpPr>
            <p:cNvPr id="1274" name="Google Shape;1274;p50"/>
            <p:cNvSpPr/>
            <p:nvPr/>
          </p:nvSpPr>
          <p:spPr>
            <a:xfrm>
              <a:off x="2741000"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50"/>
            <p:cNvSpPr/>
            <p:nvPr/>
          </p:nvSpPr>
          <p:spPr>
            <a:xfrm>
              <a:off x="2741000"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50"/>
            <p:cNvSpPr/>
            <p:nvPr/>
          </p:nvSpPr>
          <p:spPr>
            <a:xfrm>
              <a:off x="2741000"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50"/>
            <p:cNvSpPr/>
            <p:nvPr/>
          </p:nvSpPr>
          <p:spPr>
            <a:xfrm>
              <a:off x="2815215"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50"/>
            <p:cNvSpPr/>
            <p:nvPr/>
          </p:nvSpPr>
          <p:spPr>
            <a:xfrm>
              <a:off x="2815215"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50"/>
            <p:cNvSpPr/>
            <p:nvPr/>
          </p:nvSpPr>
          <p:spPr>
            <a:xfrm>
              <a:off x="2815215"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50"/>
            <p:cNvSpPr/>
            <p:nvPr/>
          </p:nvSpPr>
          <p:spPr>
            <a:xfrm>
              <a:off x="2889453"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50"/>
            <p:cNvSpPr/>
            <p:nvPr/>
          </p:nvSpPr>
          <p:spPr>
            <a:xfrm>
              <a:off x="2889453"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50"/>
            <p:cNvSpPr/>
            <p:nvPr/>
          </p:nvSpPr>
          <p:spPr>
            <a:xfrm>
              <a:off x="2889453"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83" name="Google Shape;1283;p50">
            <a:hlinkClick r:id="rId4" action="ppaction://hlinksldjump"/>
          </p:cNvPr>
          <p:cNvSpPr/>
          <p:nvPr/>
        </p:nvSpPr>
        <p:spPr>
          <a:xfrm>
            <a:off x="669500" y="276525"/>
            <a:ext cx="213300" cy="21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Image 2">
            <a:extLst>
              <a:ext uri="{FF2B5EF4-FFF2-40B4-BE49-F238E27FC236}">
                <a16:creationId xmlns:a16="http://schemas.microsoft.com/office/drawing/2014/main" id="{B68ABEE7-AA1E-4F7B-8463-4D813F3143C9}"/>
              </a:ext>
            </a:extLst>
          </p:cNvPr>
          <p:cNvPicPr>
            <a:picLocks noChangeAspect="1"/>
          </p:cNvPicPr>
          <p:nvPr/>
        </p:nvPicPr>
        <p:blipFill>
          <a:blip r:embed="rId5"/>
          <a:stretch>
            <a:fillRect/>
          </a:stretch>
        </p:blipFill>
        <p:spPr>
          <a:xfrm>
            <a:off x="5631847" y="1612440"/>
            <a:ext cx="2133600" cy="1714500"/>
          </a:xfrm>
          <a:prstGeom prst="rect">
            <a:avLst/>
          </a:prstGeom>
        </p:spPr>
      </p:pic>
    </p:spTree>
    <p:extLst>
      <p:ext uri="{BB962C8B-B14F-4D97-AF65-F5344CB8AC3E}">
        <p14:creationId xmlns:p14="http://schemas.microsoft.com/office/powerpoint/2010/main" val="3610330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48"/>
        <p:cNvGrpSpPr/>
        <p:nvPr/>
      </p:nvGrpSpPr>
      <p:grpSpPr>
        <a:xfrm>
          <a:off x="0" y="0"/>
          <a:ext cx="0" cy="0"/>
          <a:chOff x="0" y="0"/>
          <a:chExt cx="0" cy="0"/>
        </a:xfrm>
      </p:grpSpPr>
      <p:grpSp>
        <p:nvGrpSpPr>
          <p:cNvPr id="1249" name="Google Shape;1249;p50"/>
          <p:cNvGrpSpPr/>
          <p:nvPr/>
        </p:nvGrpSpPr>
        <p:grpSpPr>
          <a:xfrm>
            <a:off x="7192079" y="3371409"/>
            <a:ext cx="1214578" cy="425543"/>
            <a:chOff x="2271950" y="2722775"/>
            <a:chExt cx="575875" cy="201775"/>
          </a:xfrm>
        </p:grpSpPr>
        <p:sp>
          <p:nvSpPr>
            <p:cNvPr id="1250" name="Google Shape;1250;p50"/>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50"/>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50"/>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50"/>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50"/>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5" name="Google Shape;1255;p50"/>
          <p:cNvSpPr txBox="1">
            <a:spLocks noGrp="1"/>
          </p:cNvSpPr>
          <p:nvPr>
            <p:ph type="subTitle" idx="1"/>
          </p:nvPr>
        </p:nvSpPr>
        <p:spPr>
          <a:xfrm>
            <a:off x="548559" y="1819705"/>
            <a:ext cx="4613175" cy="2381400"/>
          </a:xfrm>
          <a:prstGeom prst="rect">
            <a:avLst/>
          </a:prstGeom>
        </p:spPr>
        <p:txBody>
          <a:bodyPr spcFirstLastPara="1" wrap="square" lIns="91425" tIns="91425" rIns="91425" bIns="91425" anchor="t" anchorCtr="0">
            <a:noAutofit/>
          </a:bodyPr>
          <a:lstStyle/>
          <a:p>
            <a:pPr marL="0" indent="0">
              <a:spcBef>
                <a:spcPts val="0"/>
              </a:spcBef>
              <a:buClr>
                <a:schemeClr val="hlink"/>
              </a:buClr>
              <a:buSzPts val="1100"/>
              <a:buFont typeface="Arial"/>
              <a:buNone/>
            </a:pPr>
            <a:r>
              <a:rPr lang="fr-FR" dirty="0"/>
              <a:t>Il s'agit de l'application mobile qui permet aux utilisateurs de consulter et d'interagir avec leurs rapports et tableaux de bord Power BI sur des appareils mobiles tels que les smartphones et les tablettes. </a:t>
            </a:r>
          </a:p>
          <a:p>
            <a:pPr marL="0" indent="0">
              <a:spcBef>
                <a:spcPts val="0"/>
              </a:spcBef>
              <a:buClr>
                <a:schemeClr val="hlink"/>
              </a:buClr>
              <a:buSzPts val="1100"/>
              <a:buFont typeface="Arial"/>
              <a:buNone/>
            </a:pPr>
            <a:r>
              <a:rPr lang="fr-FR" dirty="0"/>
              <a:t>Cela offre une mobilité aux utilisateurs pour accéder aux informations importantes en déplacement.</a:t>
            </a:r>
          </a:p>
          <a:p>
            <a:pPr marL="139700" lvl="0" indent="0" algn="l" rtl="0">
              <a:spcBef>
                <a:spcPts val="0"/>
              </a:spcBef>
              <a:spcAft>
                <a:spcPts val="0"/>
              </a:spcAft>
              <a:buSzPts val="1400"/>
              <a:buNone/>
            </a:pPr>
            <a:endParaRPr lang="fr-FR" dirty="0"/>
          </a:p>
        </p:txBody>
      </p:sp>
      <p:sp>
        <p:nvSpPr>
          <p:cNvPr id="1256" name="Google Shape;1256;p50"/>
          <p:cNvSpPr txBox="1">
            <a:spLocks noGrp="1"/>
          </p:cNvSpPr>
          <p:nvPr>
            <p:ph type="title"/>
          </p:nvPr>
        </p:nvSpPr>
        <p:spPr>
          <a:xfrm>
            <a:off x="669500" y="949250"/>
            <a:ext cx="3857700" cy="1246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Power bi MOBILE</a:t>
            </a:r>
            <a:endParaRPr dirty="0"/>
          </a:p>
        </p:txBody>
      </p:sp>
      <p:sp>
        <p:nvSpPr>
          <p:cNvPr id="1258" name="Google Shape;1258;p50"/>
          <p:cNvSpPr txBox="1"/>
          <p:nvPr/>
        </p:nvSpPr>
        <p:spPr>
          <a:xfrm>
            <a:off x="7062300" y="212749"/>
            <a:ext cx="1367400" cy="300900"/>
          </a:xfrm>
          <a:prstGeom prst="rect">
            <a:avLst/>
          </a:prstGeom>
          <a:noFill/>
          <a:ln>
            <a:noFill/>
          </a:ln>
        </p:spPr>
        <p:txBody>
          <a:bodyPr spcFirstLastPara="1" wrap="square" lIns="91425" tIns="91425" rIns="0" bIns="91425" anchor="ctr" anchorCtr="0">
            <a:noAutofit/>
          </a:bodyPr>
          <a:lstStyle/>
          <a:p>
            <a:pPr marL="0" lvl="0" indent="0" algn="r" rtl="0">
              <a:spcBef>
                <a:spcPts val="0"/>
              </a:spcBef>
              <a:spcAft>
                <a:spcPts val="0"/>
              </a:spcAft>
              <a:buNone/>
            </a:pPr>
            <a:r>
              <a:rPr lang="en">
                <a:solidFill>
                  <a:schemeClr val="lt2"/>
                </a:solidFill>
                <a:latin typeface="Bebas Neue"/>
                <a:ea typeface="Bebas Neue"/>
                <a:cs typeface="Bebas Neue"/>
                <a:sym typeface="Bebas Neue"/>
              </a:rPr>
              <a:t>Data ANALYSIS</a:t>
            </a:r>
            <a:endParaRPr>
              <a:solidFill>
                <a:schemeClr val="lt2"/>
              </a:solidFill>
            </a:endParaRPr>
          </a:p>
        </p:txBody>
      </p:sp>
      <p:sp>
        <p:nvSpPr>
          <p:cNvPr id="1259" name="Google Shape;1259;p50"/>
          <p:cNvSpPr/>
          <p:nvPr/>
        </p:nvSpPr>
        <p:spPr>
          <a:xfrm>
            <a:off x="4762138" y="845850"/>
            <a:ext cx="107827" cy="108491"/>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50"/>
          <p:cNvSpPr/>
          <p:nvPr/>
        </p:nvSpPr>
        <p:spPr>
          <a:xfrm>
            <a:off x="5414751" y="777543"/>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50"/>
          <p:cNvSpPr/>
          <p:nvPr/>
        </p:nvSpPr>
        <p:spPr>
          <a:xfrm>
            <a:off x="8216276" y="954347"/>
            <a:ext cx="213431" cy="213401"/>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50"/>
          <p:cNvSpPr/>
          <p:nvPr/>
        </p:nvSpPr>
        <p:spPr>
          <a:xfrm rot="-1685758">
            <a:off x="5045528" y="1289634"/>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50"/>
          <p:cNvSpPr/>
          <p:nvPr/>
        </p:nvSpPr>
        <p:spPr>
          <a:xfrm>
            <a:off x="7626025" y="917775"/>
            <a:ext cx="107827" cy="108491"/>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50"/>
          <p:cNvSpPr/>
          <p:nvPr/>
        </p:nvSpPr>
        <p:spPr>
          <a:xfrm>
            <a:off x="8286401" y="3002225"/>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50"/>
          <p:cNvSpPr/>
          <p:nvPr/>
        </p:nvSpPr>
        <p:spPr>
          <a:xfrm rot="-1685758">
            <a:off x="7555828" y="4130459"/>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50"/>
          <p:cNvSpPr/>
          <p:nvPr/>
        </p:nvSpPr>
        <p:spPr>
          <a:xfrm>
            <a:off x="8359576" y="1726693"/>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50"/>
          <p:cNvSpPr/>
          <p:nvPr/>
        </p:nvSpPr>
        <p:spPr>
          <a:xfrm>
            <a:off x="5021388" y="3575250"/>
            <a:ext cx="107827" cy="108491"/>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50">
            <a:hlinkClick r:id="" action="ppaction://hlinkshowjump?jump=nextslide"/>
          </p:cNvPr>
          <p:cNvSpPr/>
          <p:nvPr/>
        </p:nvSpPr>
        <p:spPr>
          <a:xfrm rot="5400000">
            <a:off x="821542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50">
            <a:hlinkClick r:id="" action="ppaction://hlinkshowjump?jump=previousslide"/>
          </p:cNvPr>
          <p:cNvSpPr/>
          <p:nvPr/>
        </p:nvSpPr>
        <p:spPr>
          <a:xfrm rot="-5400000" flipH="1">
            <a:off x="73197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50">
            <a:hlinkClick r:id="rId3" action="ppaction://hlinksldjump"/>
          </p:cNvPr>
          <p:cNvSpPr txBox="1"/>
          <p:nvPr/>
        </p:nvSpPr>
        <p:spPr>
          <a:xfrm>
            <a:off x="92245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MENU</a:t>
            </a:r>
            <a:endParaRPr sz="1000">
              <a:solidFill>
                <a:schemeClr val="dk1"/>
              </a:solidFill>
              <a:latin typeface="Bebas Neue"/>
              <a:ea typeface="Bebas Neue"/>
              <a:cs typeface="Bebas Neue"/>
              <a:sym typeface="Bebas Neue"/>
            </a:endParaRPr>
          </a:p>
        </p:txBody>
      </p:sp>
      <p:sp>
        <p:nvSpPr>
          <p:cNvPr id="1271" name="Google Shape;1271;p50">
            <a:hlinkClick r:id="" action="ppaction://noaction"/>
          </p:cNvPr>
          <p:cNvSpPr txBox="1"/>
          <p:nvPr/>
        </p:nvSpPr>
        <p:spPr>
          <a:xfrm>
            <a:off x="151793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ANALYSIS</a:t>
            </a:r>
            <a:endParaRPr sz="1000">
              <a:solidFill>
                <a:schemeClr val="dk1"/>
              </a:solidFill>
              <a:latin typeface="Bebas Neue"/>
              <a:ea typeface="Bebas Neue"/>
              <a:cs typeface="Bebas Neue"/>
              <a:sym typeface="Bebas Neue"/>
            </a:endParaRPr>
          </a:p>
        </p:txBody>
      </p:sp>
      <p:sp>
        <p:nvSpPr>
          <p:cNvPr id="1272" name="Google Shape;1272;p50">
            <a:hlinkClick r:id="" action="ppaction://noaction"/>
          </p:cNvPr>
          <p:cNvSpPr txBox="1"/>
          <p:nvPr/>
        </p:nvSpPr>
        <p:spPr>
          <a:xfrm>
            <a:off x="211341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CONTACT</a:t>
            </a:r>
            <a:endParaRPr sz="1000">
              <a:solidFill>
                <a:schemeClr val="dk1"/>
              </a:solidFill>
              <a:latin typeface="Bebas Neue"/>
              <a:ea typeface="Bebas Neue"/>
              <a:cs typeface="Bebas Neue"/>
              <a:sym typeface="Bebas Neue"/>
            </a:endParaRPr>
          </a:p>
        </p:txBody>
      </p:sp>
      <p:grpSp>
        <p:nvGrpSpPr>
          <p:cNvPr id="1273" name="Google Shape;1273;p50"/>
          <p:cNvGrpSpPr/>
          <p:nvPr/>
        </p:nvGrpSpPr>
        <p:grpSpPr>
          <a:xfrm>
            <a:off x="706038" y="312972"/>
            <a:ext cx="140222" cy="140409"/>
            <a:chOff x="2741000" y="199475"/>
            <a:chExt cx="191953" cy="192210"/>
          </a:xfrm>
        </p:grpSpPr>
        <p:sp>
          <p:nvSpPr>
            <p:cNvPr id="1274" name="Google Shape;1274;p50"/>
            <p:cNvSpPr/>
            <p:nvPr/>
          </p:nvSpPr>
          <p:spPr>
            <a:xfrm>
              <a:off x="2741000"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50"/>
            <p:cNvSpPr/>
            <p:nvPr/>
          </p:nvSpPr>
          <p:spPr>
            <a:xfrm>
              <a:off x="2741000"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50"/>
            <p:cNvSpPr/>
            <p:nvPr/>
          </p:nvSpPr>
          <p:spPr>
            <a:xfrm>
              <a:off x="2741000"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50"/>
            <p:cNvSpPr/>
            <p:nvPr/>
          </p:nvSpPr>
          <p:spPr>
            <a:xfrm>
              <a:off x="2815215"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50"/>
            <p:cNvSpPr/>
            <p:nvPr/>
          </p:nvSpPr>
          <p:spPr>
            <a:xfrm>
              <a:off x="2815215"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50"/>
            <p:cNvSpPr/>
            <p:nvPr/>
          </p:nvSpPr>
          <p:spPr>
            <a:xfrm>
              <a:off x="2815215"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50"/>
            <p:cNvSpPr/>
            <p:nvPr/>
          </p:nvSpPr>
          <p:spPr>
            <a:xfrm>
              <a:off x="2889453"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50"/>
            <p:cNvSpPr/>
            <p:nvPr/>
          </p:nvSpPr>
          <p:spPr>
            <a:xfrm>
              <a:off x="2889453"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50"/>
            <p:cNvSpPr/>
            <p:nvPr/>
          </p:nvSpPr>
          <p:spPr>
            <a:xfrm>
              <a:off x="2889453"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83" name="Google Shape;1283;p50">
            <a:hlinkClick r:id="rId4" action="ppaction://hlinksldjump"/>
          </p:cNvPr>
          <p:cNvSpPr/>
          <p:nvPr/>
        </p:nvSpPr>
        <p:spPr>
          <a:xfrm>
            <a:off x="669500" y="276525"/>
            <a:ext cx="213300" cy="21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 name="Image 4">
            <a:extLst>
              <a:ext uri="{FF2B5EF4-FFF2-40B4-BE49-F238E27FC236}">
                <a16:creationId xmlns:a16="http://schemas.microsoft.com/office/drawing/2014/main" id="{31A45B7C-B96E-457F-A5C8-31B2E8F7AB84}"/>
              </a:ext>
            </a:extLst>
          </p:cNvPr>
          <p:cNvPicPr>
            <a:picLocks noChangeAspect="1"/>
          </p:cNvPicPr>
          <p:nvPr/>
        </p:nvPicPr>
        <p:blipFill>
          <a:blip r:embed="rId5"/>
          <a:stretch>
            <a:fillRect/>
          </a:stretch>
        </p:blipFill>
        <p:spPr>
          <a:xfrm>
            <a:off x="5812704" y="1061047"/>
            <a:ext cx="1679965" cy="2661184"/>
          </a:xfrm>
          <a:prstGeom prst="rect">
            <a:avLst/>
          </a:prstGeom>
        </p:spPr>
      </p:pic>
    </p:spTree>
    <p:extLst>
      <p:ext uri="{BB962C8B-B14F-4D97-AF65-F5344CB8AC3E}">
        <p14:creationId xmlns:p14="http://schemas.microsoft.com/office/powerpoint/2010/main" val="21357309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36"/>
          <p:cNvSpPr txBox="1">
            <a:spLocks noGrp="1"/>
          </p:cNvSpPr>
          <p:nvPr>
            <p:ph type="title"/>
          </p:nvPr>
        </p:nvSpPr>
        <p:spPr>
          <a:xfrm>
            <a:off x="486964" y="890216"/>
            <a:ext cx="7715400" cy="605700"/>
          </a:xfrm>
          <a:prstGeom prst="rect">
            <a:avLst/>
          </a:prstGeom>
        </p:spPr>
        <p:txBody>
          <a:bodyPr spcFirstLastPara="1" wrap="square" lIns="91425" tIns="91425" rIns="91425" bIns="91425" anchor="t" anchorCtr="0">
            <a:noAutofit/>
          </a:bodyPr>
          <a:lstStyle/>
          <a:p>
            <a:r>
              <a:rPr lang="fr-FR" dirty="0"/>
              <a:t>Fonctionnalités principales de Power BI</a:t>
            </a:r>
            <a:br>
              <a:rPr lang="fr-FR" dirty="0"/>
            </a:br>
            <a:r>
              <a:rPr lang="fr-FR" dirty="0"/>
              <a:t>.</a:t>
            </a:r>
            <a:br>
              <a:rPr lang="fr-FR" dirty="0"/>
            </a:br>
            <a:endParaRPr dirty="0"/>
          </a:p>
        </p:txBody>
      </p:sp>
      <p:sp>
        <p:nvSpPr>
          <p:cNvPr id="355" name="Google Shape;355;p36"/>
          <p:cNvSpPr txBox="1">
            <a:spLocks noGrp="1"/>
          </p:cNvSpPr>
          <p:nvPr>
            <p:ph type="subTitle" idx="1"/>
          </p:nvPr>
        </p:nvSpPr>
        <p:spPr>
          <a:xfrm>
            <a:off x="486964" y="1609823"/>
            <a:ext cx="8657036" cy="352236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hlink"/>
              </a:buClr>
              <a:buSzPts val="1100"/>
              <a:buFont typeface="Arial"/>
              <a:buNone/>
            </a:pPr>
            <a:r>
              <a:rPr lang="fr-FR" dirty="0"/>
              <a:t>Power BI Desktop offre plusieurs fonctionnalités, celles que :</a:t>
            </a:r>
          </a:p>
          <a:p>
            <a:pPr>
              <a:buFont typeface="Arial" panose="020B0604020202020204" pitchFamily="34" charset="0"/>
              <a:buChar char="•"/>
            </a:pPr>
            <a:r>
              <a:rPr lang="fr-FR" dirty="0"/>
              <a:t>La mise en place d’un outil de pilotage d’entreprise permettant aux décideurs de prendre les meilleures décision</a:t>
            </a:r>
          </a:p>
          <a:p>
            <a:pPr>
              <a:buFont typeface="Arial" panose="020B0604020202020204" pitchFamily="34" charset="0"/>
              <a:buChar char="•"/>
            </a:pPr>
            <a:r>
              <a:rPr lang="fr-FR" dirty="0"/>
              <a:t>L'automatisation de vos indicateurs de performance grâce à un outil décisionnel complet et intuitif</a:t>
            </a:r>
          </a:p>
          <a:p>
            <a:pPr algn="l">
              <a:buFont typeface="Arial" panose="020B0604020202020204" pitchFamily="34" charset="0"/>
              <a:buChar char="•"/>
            </a:pPr>
            <a:r>
              <a:rPr lang="fr-FR" dirty="0"/>
              <a:t>La création de rapports interactifs et très visuels en libre-service (Il existe de nombreuses visualisations natives ou personnalisées à télécharger).</a:t>
            </a:r>
          </a:p>
          <a:p>
            <a:pPr>
              <a:buFont typeface="Arial" panose="020B0604020202020204" pitchFamily="34" charset="0"/>
              <a:buChar char="•"/>
            </a:pPr>
            <a:r>
              <a:rPr lang="fr-FR" dirty="0"/>
              <a:t>La création de rapports à partir de différentes sources de données (Data Warehouse, </a:t>
            </a:r>
            <a:r>
              <a:rPr lang="fr-FR" dirty="0" err="1"/>
              <a:t>Olap</a:t>
            </a:r>
            <a:r>
              <a:rPr lang="fr-FR" dirty="0"/>
              <a:t>, …) par un utilisateur métier en toute autonomie</a:t>
            </a:r>
          </a:p>
          <a:p>
            <a:pPr>
              <a:buFont typeface="Arial" panose="020B0604020202020204" pitchFamily="34" charset="0"/>
              <a:buChar char="•"/>
            </a:pPr>
            <a:r>
              <a:rPr lang="fr-FR" dirty="0"/>
              <a:t>L’analyse de données avancée grâce aux fonctions intégrées de Machine Learning</a:t>
            </a:r>
          </a:p>
          <a:p>
            <a:pPr>
              <a:buFont typeface="Arial" panose="020B0604020202020204" pitchFamily="34" charset="0"/>
              <a:buChar char="•"/>
            </a:pPr>
            <a:r>
              <a:rPr lang="fr-FR" dirty="0"/>
              <a:t>L’analyse de données Big Data</a:t>
            </a:r>
          </a:p>
          <a:p>
            <a:pPr>
              <a:buFont typeface="Arial" panose="020B0604020202020204" pitchFamily="34" charset="0"/>
              <a:buChar char="•"/>
            </a:pPr>
            <a:r>
              <a:rPr lang="fr-FR" dirty="0"/>
              <a:t>La possibilité de créer des modèles de données (jeux de données) partageables</a:t>
            </a:r>
          </a:p>
          <a:p>
            <a:pPr>
              <a:buFont typeface="Arial" panose="020B0604020202020204" pitchFamily="34" charset="0"/>
              <a:buChar char="•"/>
            </a:pPr>
            <a:r>
              <a:rPr lang="fr-FR" dirty="0"/>
              <a:t>La publication, centralisation et facilité d’accès des rapports sur le portail Power BI Service</a:t>
            </a:r>
          </a:p>
          <a:p>
            <a:pPr>
              <a:buFont typeface="Arial" panose="020B0604020202020204" pitchFamily="34" charset="0"/>
              <a:buChar char="•"/>
            </a:pPr>
            <a:r>
              <a:rPr lang="fr-FR" dirty="0"/>
              <a:t>La visualisation de vos rapports sur mobile, tablette ou poste de travail</a:t>
            </a:r>
          </a:p>
          <a:p>
            <a:pPr algn="l">
              <a:buFont typeface="Arial" panose="020B0604020202020204" pitchFamily="34" charset="0"/>
              <a:buChar char="•"/>
            </a:pPr>
            <a:endParaRPr lang="fr-FR" dirty="0"/>
          </a:p>
        </p:txBody>
      </p:sp>
      <p:sp>
        <p:nvSpPr>
          <p:cNvPr id="367" name="Google Shape;367;p36"/>
          <p:cNvSpPr/>
          <p:nvPr/>
        </p:nvSpPr>
        <p:spPr>
          <a:xfrm rot="7198898">
            <a:off x="7267137" y="1029219"/>
            <a:ext cx="700377" cy="696805"/>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6"/>
          <p:cNvSpPr/>
          <p:nvPr/>
        </p:nvSpPr>
        <p:spPr>
          <a:xfrm rot="-1685758">
            <a:off x="5627203" y="3918359"/>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6">
            <a:hlinkClick r:id="" action="ppaction://hlinkshowjump?jump=nextslide"/>
          </p:cNvPr>
          <p:cNvSpPr/>
          <p:nvPr/>
        </p:nvSpPr>
        <p:spPr>
          <a:xfrm rot="5400000">
            <a:off x="821542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6">
            <a:hlinkClick r:id="" action="ppaction://hlinkshowjump?jump=previousslide"/>
          </p:cNvPr>
          <p:cNvSpPr/>
          <p:nvPr/>
        </p:nvSpPr>
        <p:spPr>
          <a:xfrm rot="-5400000" flipH="1">
            <a:off x="73197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6">
            <a:hlinkClick r:id="rId3" action="ppaction://hlinksldjump"/>
          </p:cNvPr>
          <p:cNvSpPr txBox="1"/>
          <p:nvPr/>
        </p:nvSpPr>
        <p:spPr>
          <a:xfrm>
            <a:off x="92245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MENU</a:t>
            </a:r>
            <a:endParaRPr sz="1000">
              <a:solidFill>
                <a:schemeClr val="dk1"/>
              </a:solidFill>
              <a:latin typeface="Bebas Neue"/>
              <a:ea typeface="Bebas Neue"/>
              <a:cs typeface="Bebas Neue"/>
              <a:sym typeface="Bebas Neue"/>
            </a:endParaRPr>
          </a:p>
        </p:txBody>
      </p:sp>
      <p:sp>
        <p:nvSpPr>
          <p:cNvPr id="380" name="Google Shape;380;p36">
            <a:hlinkClick r:id="" action="ppaction://noaction"/>
          </p:cNvPr>
          <p:cNvSpPr txBox="1"/>
          <p:nvPr/>
        </p:nvSpPr>
        <p:spPr>
          <a:xfrm>
            <a:off x="151793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ANALYSIS</a:t>
            </a:r>
            <a:endParaRPr sz="1000">
              <a:solidFill>
                <a:schemeClr val="dk1"/>
              </a:solidFill>
              <a:latin typeface="Bebas Neue"/>
              <a:ea typeface="Bebas Neue"/>
              <a:cs typeface="Bebas Neue"/>
              <a:sym typeface="Bebas Neue"/>
            </a:endParaRPr>
          </a:p>
        </p:txBody>
      </p:sp>
      <p:sp>
        <p:nvSpPr>
          <p:cNvPr id="381" name="Google Shape;381;p36">
            <a:hlinkClick r:id="" action="ppaction://noaction"/>
          </p:cNvPr>
          <p:cNvSpPr txBox="1"/>
          <p:nvPr/>
        </p:nvSpPr>
        <p:spPr>
          <a:xfrm>
            <a:off x="211341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CONTACT</a:t>
            </a:r>
            <a:endParaRPr sz="1000">
              <a:solidFill>
                <a:schemeClr val="dk1"/>
              </a:solidFill>
              <a:latin typeface="Bebas Neue"/>
              <a:ea typeface="Bebas Neue"/>
              <a:cs typeface="Bebas Neue"/>
              <a:sym typeface="Bebas Neue"/>
            </a:endParaRPr>
          </a:p>
        </p:txBody>
      </p:sp>
      <p:grpSp>
        <p:nvGrpSpPr>
          <p:cNvPr id="382" name="Google Shape;382;p36"/>
          <p:cNvGrpSpPr/>
          <p:nvPr/>
        </p:nvGrpSpPr>
        <p:grpSpPr>
          <a:xfrm>
            <a:off x="706038" y="312972"/>
            <a:ext cx="140222" cy="140409"/>
            <a:chOff x="2741000" y="199475"/>
            <a:chExt cx="191953" cy="192210"/>
          </a:xfrm>
        </p:grpSpPr>
        <p:sp>
          <p:nvSpPr>
            <p:cNvPr id="383" name="Google Shape;383;p36"/>
            <p:cNvSpPr/>
            <p:nvPr/>
          </p:nvSpPr>
          <p:spPr>
            <a:xfrm>
              <a:off x="2741000"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6"/>
            <p:cNvSpPr/>
            <p:nvPr/>
          </p:nvSpPr>
          <p:spPr>
            <a:xfrm>
              <a:off x="2741000"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6"/>
            <p:cNvSpPr/>
            <p:nvPr/>
          </p:nvSpPr>
          <p:spPr>
            <a:xfrm>
              <a:off x="2741000"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6"/>
            <p:cNvSpPr/>
            <p:nvPr/>
          </p:nvSpPr>
          <p:spPr>
            <a:xfrm>
              <a:off x="2815215"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6"/>
            <p:cNvSpPr/>
            <p:nvPr/>
          </p:nvSpPr>
          <p:spPr>
            <a:xfrm>
              <a:off x="2815215"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6"/>
            <p:cNvSpPr/>
            <p:nvPr/>
          </p:nvSpPr>
          <p:spPr>
            <a:xfrm>
              <a:off x="2815215"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6"/>
            <p:cNvSpPr/>
            <p:nvPr/>
          </p:nvSpPr>
          <p:spPr>
            <a:xfrm>
              <a:off x="2889453"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6"/>
            <p:cNvSpPr/>
            <p:nvPr/>
          </p:nvSpPr>
          <p:spPr>
            <a:xfrm>
              <a:off x="2889453"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6"/>
            <p:cNvSpPr/>
            <p:nvPr/>
          </p:nvSpPr>
          <p:spPr>
            <a:xfrm>
              <a:off x="2889453"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2" name="Google Shape;392;p36">
            <a:hlinkClick r:id="rId4" action="ppaction://hlinksldjump"/>
          </p:cNvPr>
          <p:cNvSpPr/>
          <p:nvPr/>
        </p:nvSpPr>
        <p:spPr>
          <a:xfrm>
            <a:off x="669500" y="276525"/>
            <a:ext cx="213300" cy="21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48262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40"/>
          <p:cNvSpPr/>
          <p:nvPr/>
        </p:nvSpPr>
        <p:spPr>
          <a:xfrm>
            <a:off x="2232578" y="3447160"/>
            <a:ext cx="4681800" cy="491700"/>
          </a:xfrm>
          <a:prstGeom prst="roundRect">
            <a:avLst>
              <a:gd name="adj" fmla="val 50000"/>
            </a:avLst>
          </a:pr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40"/>
          <p:cNvSpPr/>
          <p:nvPr/>
        </p:nvSpPr>
        <p:spPr>
          <a:xfrm>
            <a:off x="714297" y="1450490"/>
            <a:ext cx="1367281" cy="1367105"/>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40"/>
          <p:cNvSpPr txBox="1">
            <a:spLocks noGrp="1"/>
          </p:cNvSpPr>
          <p:nvPr>
            <p:ph type="title"/>
          </p:nvPr>
        </p:nvSpPr>
        <p:spPr>
          <a:xfrm>
            <a:off x="2077372" y="1359255"/>
            <a:ext cx="6149105" cy="1740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6600" dirty="0">
                <a:solidFill>
                  <a:schemeClr val="accent1">
                    <a:lumMod val="75000"/>
                  </a:schemeClr>
                </a:solidFill>
              </a:rPr>
              <a:t>POWERBI</a:t>
            </a:r>
            <a:r>
              <a:rPr lang="en" sz="6600" dirty="0"/>
              <a:t> VS TABLEAU</a:t>
            </a:r>
            <a:endParaRPr sz="6600" dirty="0"/>
          </a:p>
        </p:txBody>
      </p:sp>
      <p:sp>
        <p:nvSpPr>
          <p:cNvPr id="647" name="Google Shape;647;p40"/>
          <p:cNvSpPr txBox="1">
            <a:spLocks noGrp="1"/>
          </p:cNvSpPr>
          <p:nvPr>
            <p:ph type="subTitle" idx="1"/>
          </p:nvPr>
        </p:nvSpPr>
        <p:spPr>
          <a:xfrm>
            <a:off x="2792132" y="3527483"/>
            <a:ext cx="4580400" cy="303000"/>
          </a:xfrm>
          <a:prstGeom prst="rect">
            <a:avLst/>
          </a:prstGeom>
        </p:spPr>
        <p:txBody>
          <a:bodyPr spcFirstLastPara="1" wrap="square" lIns="91425" tIns="91425" rIns="91425" bIns="91425" anchor="ctr" anchorCtr="0">
            <a:noAutofit/>
          </a:bodyPr>
          <a:lstStyle/>
          <a:p>
            <a:pPr algn="l"/>
            <a:r>
              <a:rPr lang="fr-FR" b="1" i="0" dirty="0">
                <a:effectLst/>
                <a:latin typeface="Söhne"/>
              </a:rPr>
              <a:t>Comparaison des Deux Outils</a:t>
            </a:r>
          </a:p>
        </p:txBody>
      </p:sp>
      <p:sp>
        <p:nvSpPr>
          <p:cNvPr id="648" name="Google Shape;648;p40"/>
          <p:cNvSpPr txBox="1">
            <a:spLocks noGrp="1"/>
          </p:cNvSpPr>
          <p:nvPr>
            <p:ph type="title" idx="2"/>
          </p:nvPr>
        </p:nvSpPr>
        <p:spPr>
          <a:xfrm>
            <a:off x="714300" y="1764027"/>
            <a:ext cx="1367400" cy="759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650" name="Google Shape;650;p40"/>
          <p:cNvSpPr txBox="1"/>
          <p:nvPr/>
        </p:nvSpPr>
        <p:spPr>
          <a:xfrm>
            <a:off x="7062300" y="212749"/>
            <a:ext cx="1367400" cy="300900"/>
          </a:xfrm>
          <a:prstGeom prst="rect">
            <a:avLst/>
          </a:prstGeom>
          <a:noFill/>
          <a:ln>
            <a:noFill/>
          </a:ln>
        </p:spPr>
        <p:txBody>
          <a:bodyPr spcFirstLastPara="1" wrap="square" lIns="91425" tIns="91425" rIns="0" bIns="91425" anchor="ctr" anchorCtr="0">
            <a:noAutofit/>
          </a:bodyPr>
          <a:lstStyle/>
          <a:p>
            <a:pPr marL="0" lvl="0" indent="0" algn="r" rtl="0">
              <a:spcBef>
                <a:spcPts val="0"/>
              </a:spcBef>
              <a:spcAft>
                <a:spcPts val="0"/>
              </a:spcAft>
              <a:buNone/>
            </a:pPr>
            <a:r>
              <a:rPr lang="en">
                <a:solidFill>
                  <a:schemeClr val="lt2"/>
                </a:solidFill>
                <a:latin typeface="Bebas Neue"/>
                <a:ea typeface="Bebas Neue"/>
                <a:cs typeface="Bebas Neue"/>
                <a:sym typeface="Bebas Neue"/>
              </a:rPr>
              <a:t>Data ANALYSIS</a:t>
            </a:r>
            <a:endParaRPr>
              <a:solidFill>
                <a:schemeClr val="lt2"/>
              </a:solidFill>
            </a:endParaRPr>
          </a:p>
        </p:txBody>
      </p:sp>
      <p:sp>
        <p:nvSpPr>
          <p:cNvPr id="651" name="Google Shape;651;p40"/>
          <p:cNvSpPr/>
          <p:nvPr/>
        </p:nvSpPr>
        <p:spPr>
          <a:xfrm>
            <a:off x="7234875" y="704575"/>
            <a:ext cx="107827" cy="108491"/>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40"/>
          <p:cNvSpPr/>
          <p:nvPr/>
        </p:nvSpPr>
        <p:spPr>
          <a:xfrm>
            <a:off x="7910100" y="2261476"/>
            <a:ext cx="262479" cy="262448"/>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40"/>
          <p:cNvSpPr/>
          <p:nvPr/>
        </p:nvSpPr>
        <p:spPr>
          <a:xfrm>
            <a:off x="830067" y="3166818"/>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40"/>
          <p:cNvSpPr/>
          <p:nvPr/>
        </p:nvSpPr>
        <p:spPr>
          <a:xfrm>
            <a:off x="1567052" y="4255387"/>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40"/>
          <p:cNvSpPr/>
          <p:nvPr/>
        </p:nvSpPr>
        <p:spPr>
          <a:xfrm>
            <a:off x="8172564" y="3182711"/>
            <a:ext cx="107827" cy="108460"/>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6" name="Google Shape;656;p40"/>
          <p:cNvGrpSpPr/>
          <p:nvPr/>
        </p:nvGrpSpPr>
        <p:grpSpPr>
          <a:xfrm>
            <a:off x="7741747" y="734402"/>
            <a:ext cx="695830" cy="243805"/>
            <a:chOff x="2271950" y="2722775"/>
            <a:chExt cx="575875" cy="201775"/>
          </a:xfrm>
        </p:grpSpPr>
        <p:sp>
          <p:nvSpPr>
            <p:cNvPr id="657" name="Google Shape;657;p40"/>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40"/>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40"/>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40"/>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40"/>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2" name="Google Shape;662;p40"/>
          <p:cNvSpPr/>
          <p:nvPr/>
        </p:nvSpPr>
        <p:spPr>
          <a:xfrm rot="7198898">
            <a:off x="7185962" y="1188869"/>
            <a:ext cx="700377" cy="696805"/>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40"/>
          <p:cNvSpPr/>
          <p:nvPr/>
        </p:nvSpPr>
        <p:spPr>
          <a:xfrm rot="7201932">
            <a:off x="771379" y="3761590"/>
            <a:ext cx="371928" cy="370031"/>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40"/>
          <p:cNvSpPr/>
          <p:nvPr/>
        </p:nvSpPr>
        <p:spPr>
          <a:xfrm>
            <a:off x="6625763" y="910513"/>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40"/>
          <p:cNvSpPr/>
          <p:nvPr/>
        </p:nvSpPr>
        <p:spPr>
          <a:xfrm rot="-1685758">
            <a:off x="1428932" y="3807847"/>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40"/>
          <p:cNvSpPr/>
          <p:nvPr/>
        </p:nvSpPr>
        <p:spPr>
          <a:xfrm>
            <a:off x="7932086" y="3693012"/>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40">
            <a:hlinkClick r:id="" action="ppaction://hlinkshowjump?jump=nextslide"/>
          </p:cNvPr>
          <p:cNvSpPr/>
          <p:nvPr/>
        </p:nvSpPr>
        <p:spPr>
          <a:xfrm rot="5400000">
            <a:off x="821542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40">
            <a:hlinkClick r:id="" action="ppaction://hlinkshowjump?jump=previousslide"/>
          </p:cNvPr>
          <p:cNvSpPr/>
          <p:nvPr/>
        </p:nvSpPr>
        <p:spPr>
          <a:xfrm rot="-5400000" flipH="1">
            <a:off x="73197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40">
            <a:hlinkClick r:id="rId3" action="ppaction://hlinksldjump"/>
          </p:cNvPr>
          <p:cNvSpPr txBox="1"/>
          <p:nvPr/>
        </p:nvSpPr>
        <p:spPr>
          <a:xfrm>
            <a:off x="92245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MENU</a:t>
            </a:r>
            <a:endParaRPr sz="1000">
              <a:solidFill>
                <a:schemeClr val="dk1"/>
              </a:solidFill>
              <a:latin typeface="Bebas Neue"/>
              <a:ea typeface="Bebas Neue"/>
              <a:cs typeface="Bebas Neue"/>
              <a:sym typeface="Bebas Neue"/>
            </a:endParaRPr>
          </a:p>
        </p:txBody>
      </p:sp>
      <p:sp>
        <p:nvSpPr>
          <p:cNvPr id="670" name="Google Shape;670;p40">
            <a:hlinkClick r:id="rId4" action="ppaction://hlinksldjump"/>
          </p:cNvPr>
          <p:cNvSpPr txBox="1"/>
          <p:nvPr/>
        </p:nvSpPr>
        <p:spPr>
          <a:xfrm>
            <a:off x="151793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ANALYSIS</a:t>
            </a:r>
            <a:endParaRPr sz="1000">
              <a:solidFill>
                <a:schemeClr val="dk1"/>
              </a:solidFill>
              <a:latin typeface="Bebas Neue"/>
              <a:ea typeface="Bebas Neue"/>
              <a:cs typeface="Bebas Neue"/>
              <a:sym typeface="Bebas Neue"/>
            </a:endParaRPr>
          </a:p>
        </p:txBody>
      </p:sp>
      <p:sp>
        <p:nvSpPr>
          <p:cNvPr id="671" name="Google Shape;671;p40">
            <a:hlinkClick r:id="" action="ppaction://noaction"/>
          </p:cNvPr>
          <p:cNvSpPr txBox="1"/>
          <p:nvPr/>
        </p:nvSpPr>
        <p:spPr>
          <a:xfrm>
            <a:off x="211341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CONTACT</a:t>
            </a:r>
            <a:endParaRPr sz="1000">
              <a:solidFill>
                <a:schemeClr val="dk1"/>
              </a:solidFill>
              <a:latin typeface="Bebas Neue"/>
              <a:ea typeface="Bebas Neue"/>
              <a:cs typeface="Bebas Neue"/>
              <a:sym typeface="Bebas Neue"/>
            </a:endParaRPr>
          </a:p>
        </p:txBody>
      </p:sp>
      <p:grpSp>
        <p:nvGrpSpPr>
          <p:cNvPr id="672" name="Google Shape;672;p40"/>
          <p:cNvGrpSpPr/>
          <p:nvPr/>
        </p:nvGrpSpPr>
        <p:grpSpPr>
          <a:xfrm>
            <a:off x="706038" y="312972"/>
            <a:ext cx="140222" cy="140409"/>
            <a:chOff x="2741000" y="199475"/>
            <a:chExt cx="191953" cy="192210"/>
          </a:xfrm>
        </p:grpSpPr>
        <p:sp>
          <p:nvSpPr>
            <p:cNvPr id="673" name="Google Shape;673;p40"/>
            <p:cNvSpPr/>
            <p:nvPr/>
          </p:nvSpPr>
          <p:spPr>
            <a:xfrm>
              <a:off x="2741000"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40"/>
            <p:cNvSpPr/>
            <p:nvPr/>
          </p:nvSpPr>
          <p:spPr>
            <a:xfrm>
              <a:off x="2741000"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40"/>
            <p:cNvSpPr/>
            <p:nvPr/>
          </p:nvSpPr>
          <p:spPr>
            <a:xfrm>
              <a:off x="2741000"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40"/>
            <p:cNvSpPr/>
            <p:nvPr/>
          </p:nvSpPr>
          <p:spPr>
            <a:xfrm>
              <a:off x="2815215"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40"/>
            <p:cNvSpPr/>
            <p:nvPr/>
          </p:nvSpPr>
          <p:spPr>
            <a:xfrm>
              <a:off x="2815215"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40"/>
            <p:cNvSpPr/>
            <p:nvPr/>
          </p:nvSpPr>
          <p:spPr>
            <a:xfrm>
              <a:off x="2815215"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40"/>
            <p:cNvSpPr/>
            <p:nvPr/>
          </p:nvSpPr>
          <p:spPr>
            <a:xfrm>
              <a:off x="2889453"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40"/>
            <p:cNvSpPr/>
            <p:nvPr/>
          </p:nvSpPr>
          <p:spPr>
            <a:xfrm>
              <a:off x="2889453"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40"/>
            <p:cNvSpPr/>
            <p:nvPr/>
          </p:nvSpPr>
          <p:spPr>
            <a:xfrm>
              <a:off x="2889453"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2" name="Google Shape;682;p40">
            <a:hlinkClick r:id="rId5" action="ppaction://hlinksldjump"/>
          </p:cNvPr>
          <p:cNvSpPr/>
          <p:nvPr/>
        </p:nvSpPr>
        <p:spPr>
          <a:xfrm>
            <a:off x="669500" y="276525"/>
            <a:ext cx="213300" cy="21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45"/>
                                        </p:tgtEl>
                                        <p:attrNameLst>
                                          <p:attrName>style.visibility</p:attrName>
                                        </p:attrNameLst>
                                      </p:cBhvr>
                                      <p:to>
                                        <p:strVal val="visible"/>
                                      </p:to>
                                    </p:set>
                                    <p:animEffect transition="in" filter="wipe(down)">
                                      <p:cBhvr>
                                        <p:cTn id="7" dur="500"/>
                                        <p:tgtEl>
                                          <p:spTgt spid="64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46"/>
                                        </p:tgtEl>
                                        <p:attrNameLst>
                                          <p:attrName>style.visibility</p:attrName>
                                        </p:attrNameLst>
                                      </p:cBhvr>
                                      <p:to>
                                        <p:strVal val="visible"/>
                                      </p:to>
                                    </p:set>
                                    <p:animEffect transition="in" filter="wipe(down)">
                                      <p:cBhvr>
                                        <p:cTn id="10" dur="500"/>
                                        <p:tgtEl>
                                          <p:spTgt spid="646"/>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44"/>
                                        </p:tgtEl>
                                        <p:attrNameLst>
                                          <p:attrName>style.visibility</p:attrName>
                                        </p:attrNameLst>
                                      </p:cBhvr>
                                      <p:to>
                                        <p:strVal val="visible"/>
                                      </p:to>
                                    </p:set>
                                    <p:animEffect transition="in" filter="wipe(down)">
                                      <p:cBhvr>
                                        <p:cTn id="13" dur="500"/>
                                        <p:tgtEl>
                                          <p:spTgt spid="644"/>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647">
                                            <p:txEl>
                                              <p:pRg st="0" end="0"/>
                                            </p:txEl>
                                          </p:spTgt>
                                        </p:tgtEl>
                                        <p:attrNameLst>
                                          <p:attrName>style.visibility</p:attrName>
                                        </p:attrNameLst>
                                      </p:cBhvr>
                                      <p:to>
                                        <p:strVal val="visible"/>
                                      </p:to>
                                    </p:set>
                                    <p:animEffect transition="in" filter="wipe(down)">
                                      <p:cBhvr>
                                        <p:cTn id="16" dur="500"/>
                                        <p:tgtEl>
                                          <p:spTgt spid="647">
                                            <p:txEl>
                                              <p:pRg st="0" end="0"/>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648"/>
                                        </p:tgtEl>
                                        <p:attrNameLst>
                                          <p:attrName>style.visibility</p:attrName>
                                        </p:attrNameLst>
                                      </p:cBhvr>
                                      <p:to>
                                        <p:strVal val="visible"/>
                                      </p:to>
                                    </p:set>
                                    <p:animEffect transition="in" filter="wipe(down)">
                                      <p:cBhvr>
                                        <p:cTn id="19" dur="500"/>
                                        <p:tgtEl>
                                          <p:spTgt spid="648"/>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652"/>
                                        </p:tgtEl>
                                        <p:attrNameLst>
                                          <p:attrName>style.visibility</p:attrName>
                                        </p:attrNameLst>
                                      </p:cBhvr>
                                      <p:to>
                                        <p:strVal val="visible"/>
                                      </p:to>
                                    </p:set>
                                    <p:animEffect transition="in" filter="wipe(down)">
                                      <p:cBhvr>
                                        <p:cTn id="22" dur="500"/>
                                        <p:tgtEl>
                                          <p:spTgt spid="652"/>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53"/>
                                        </p:tgtEl>
                                        <p:attrNameLst>
                                          <p:attrName>style.visibility</p:attrName>
                                        </p:attrNameLst>
                                      </p:cBhvr>
                                      <p:to>
                                        <p:strVal val="visible"/>
                                      </p:to>
                                    </p:set>
                                    <p:animEffect transition="in" filter="wipe(down)">
                                      <p:cBhvr>
                                        <p:cTn id="25" dur="500"/>
                                        <p:tgtEl>
                                          <p:spTgt spid="653"/>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654"/>
                                        </p:tgtEl>
                                        <p:attrNameLst>
                                          <p:attrName>style.visibility</p:attrName>
                                        </p:attrNameLst>
                                      </p:cBhvr>
                                      <p:to>
                                        <p:strVal val="visible"/>
                                      </p:to>
                                    </p:set>
                                    <p:animEffect transition="in" filter="wipe(down)">
                                      <p:cBhvr>
                                        <p:cTn id="28" dur="500"/>
                                        <p:tgtEl>
                                          <p:spTgt spid="654"/>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655"/>
                                        </p:tgtEl>
                                        <p:attrNameLst>
                                          <p:attrName>style.visibility</p:attrName>
                                        </p:attrNameLst>
                                      </p:cBhvr>
                                      <p:to>
                                        <p:strVal val="visible"/>
                                      </p:to>
                                    </p:set>
                                    <p:animEffect transition="in" filter="wipe(down)">
                                      <p:cBhvr>
                                        <p:cTn id="31" dur="500"/>
                                        <p:tgtEl>
                                          <p:spTgt spid="655"/>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662"/>
                                        </p:tgtEl>
                                        <p:attrNameLst>
                                          <p:attrName>style.visibility</p:attrName>
                                        </p:attrNameLst>
                                      </p:cBhvr>
                                      <p:to>
                                        <p:strVal val="visible"/>
                                      </p:to>
                                    </p:set>
                                    <p:animEffect transition="in" filter="wipe(down)">
                                      <p:cBhvr>
                                        <p:cTn id="34" dur="500"/>
                                        <p:tgtEl>
                                          <p:spTgt spid="662"/>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663"/>
                                        </p:tgtEl>
                                        <p:attrNameLst>
                                          <p:attrName>style.visibility</p:attrName>
                                        </p:attrNameLst>
                                      </p:cBhvr>
                                      <p:to>
                                        <p:strVal val="visible"/>
                                      </p:to>
                                    </p:set>
                                    <p:animEffect transition="in" filter="wipe(down)">
                                      <p:cBhvr>
                                        <p:cTn id="37" dur="500"/>
                                        <p:tgtEl>
                                          <p:spTgt spid="663"/>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664"/>
                                        </p:tgtEl>
                                        <p:attrNameLst>
                                          <p:attrName>style.visibility</p:attrName>
                                        </p:attrNameLst>
                                      </p:cBhvr>
                                      <p:to>
                                        <p:strVal val="visible"/>
                                      </p:to>
                                    </p:set>
                                    <p:animEffect transition="in" filter="wipe(down)">
                                      <p:cBhvr>
                                        <p:cTn id="40" dur="500"/>
                                        <p:tgtEl>
                                          <p:spTgt spid="664"/>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665"/>
                                        </p:tgtEl>
                                        <p:attrNameLst>
                                          <p:attrName>style.visibility</p:attrName>
                                        </p:attrNameLst>
                                      </p:cBhvr>
                                      <p:to>
                                        <p:strVal val="visible"/>
                                      </p:to>
                                    </p:set>
                                    <p:animEffect transition="in" filter="wipe(down)">
                                      <p:cBhvr>
                                        <p:cTn id="43" dur="500"/>
                                        <p:tgtEl>
                                          <p:spTgt spid="665"/>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666"/>
                                        </p:tgtEl>
                                        <p:attrNameLst>
                                          <p:attrName>style.visibility</p:attrName>
                                        </p:attrNameLst>
                                      </p:cBhvr>
                                      <p:to>
                                        <p:strVal val="visible"/>
                                      </p:to>
                                    </p:set>
                                    <p:animEffect transition="in" filter="wipe(down)">
                                      <p:cBhvr>
                                        <p:cTn id="46" dur="500"/>
                                        <p:tgtEl>
                                          <p:spTgt spid="6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4" grpId="0" animBg="1"/>
      <p:bldP spid="645" grpId="0" animBg="1"/>
      <p:bldP spid="646" grpId="0"/>
      <p:bldP spid="647" grpId="0" build="p"/>
      <p:bldP spid="648" grpId="0"/>
      <p:bldP spid="652" grpId="0" animBg="1"/>
      <p:bldP spid="653" grpId="0" animBg="1"/>
      <p:bldP spid="654" grpId="0" animBg="1"/>
      <p:bldP spid="655" grpId="0" animBg="1"/>
      <p:bldP spid="662" grpId="0" animBg="1"/>
      <p:bldP spid="663" grpId="0" animBg="1"/>
      <p:bldP spid="664" grpId="0" animBg="1"/>
      <p:bldP spid="665" grpId="0" animBg="1"/>
      <p:bldP spid="66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41"/>
          <p:cNvSpPr txBox="1">
            <a:spLocks noGrp="1"/>
          </p:cNvSpPr>
          <p:nvPr>
            <p:ph type="title"/>
          </p:nvPr>
        </p:nvSpPr>
        <p:spPr>
          <a:xfrm>
            <a:off x="1773725" y="1448288"/>
            <a:ext cx="2230500" cy="44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Power BI </a:t>
            </a:r>
          </a:p>
        </p:txBody>
      </p:sp>
      <p:sp>
        <p:nvSpPr>
          <p:cNvPr id="688" name="Google Shape;688;p41"/>
          <p:cNvSpPr txBox="1">
            <a:spLocks noGrp="1"/>
          </p:cNvSpPr>
          <p:nvPr>
            <p:ph type="subTitle" idx="1"/>
          </p:nvPr>
        </p:nvSpPr>
        <p:spPr>
          <a:xfrm>
            <a:off x="1773725" y="2095103"/>
            <a:ext cx="2230500" cy="78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hlink"/>
              </a:buClr>
              <a:buSzPts val="1100"/>
              <a:buFont typeface="Arial"/>
              <a:buNone/>
            </a:pPr>
            <a:r>
              <a:rPr lang="fr-FR" dirty="0"/>
              <a:t>Interface moderne et intuitive, conçue pour une utilisation facile.</a:t>
            </a:r>
            <a:endParaRPr dirty="0"/>
          </a:p>
        </p:txBody>
      </p:sp>
      <p:sp>
        <p:nvSpPr>
          <p:cNvPr id="689" name="Google Shape;689;p41"/>
          <p:cNvSpPr txBox="1">
            <a:spLocks noGrp="1"/>
          </p:cNvSpPr>
          <p:nvPr>
            <p:ph type="title" idx="2"/>
          </p:nvPr>
        </p:nvSpPr>
        <p:spPr>
          <a:xfrm>
            <a:off x="5144188" y="2484688"/>
            <a:ext cx="2230500" cy="443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TABLEAU</a:t>
            </a:r>
            <a:endParaRPr dirty="0"/>
          </a:p>
        </p:txBody>
      </p:sp>
      <p:sp>
        <p:nvSpPr>
          <p:cNvPr id="690" name="Google Shape;690;p41"/>
          <p:cNvSpPr txBox="1">
            <a:spLocks noGrp="1"/>
          </p:cNvSpPr>
          <p:nvPr>
            <p:ph type="subTitle" idx="3"/>
          </p:nvPr>
        </p:nvSpPr>
        <p:spPr>
          <a:xfrm>
            <a:off x="5213775" y="3091076"/>
            <a:ext cx="2751580" cy="78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hlink"/>
              </a:buClr>
              <a:buSzPts val="1100"/>
              <a:buFont typeface="Arial"/>
              <a:buNone/>
            </a:pPr>
            <a:r>
              <a:rPr lang="fr-FR" dirty="0"/>
              <a:t>L'expérience utilisateur est hautement personnalisable, mais nécessite parfois une courbe d'apprentissage plus prononcée.</a:t>
            </a:r>
            <a:endParaRPr dirty="0"/>
          </a:p>
        </p:txBody>
      </p:sp>
      <p:sp>
        <p:nvSpPr>
          <p:cNvPr id="691" name="Google Shape;691;p41"/>
          <p:cNvSpPr txBox="1">
            <a:spLocks noGrp="1"/>
          </p:cNvSpPr>
          <p:nvPr>
            <p:ph type="title" idx="4"/>
          </p:nvPr>
        </p:nvSpPr>
        <p:spPr>
          <a:xfrm>
            <a:off x="714300" y="553450"/>
            <a:ext cx="7715400" cy="60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Interface utilisateur</a:t>
            </a:r>
            <a:endParaRPr dirty="0"/>
          </a:p>
        </p:txBody>
      </p:sp>
      <p:cxnSp>
        <p:nvCxnSpPr>
          <p:cNvPr id="692" name="Google Shape;692;p41"/>
          <p:cNvCxnSpPr/>
          <p:nvPr/>
        </p:nvCxnSpPr>
        <p:spPr>
          <a:xfrm>
            <a:off x="1834521" y="2075713"/>
            <a:ext cx="2051100" cy="0"/>
          </a:xfrm>
          <a:prstGeom prst="straightConnector1">
            <a:avLst/>
          </a:prstGeom>
          <a:noFill/>
          <a:ln w="9525" cap="flat" cmpd="sng">
            <a:solidFill>
              <a:schemeClr val="dk1"/>
            </a:solidFill>
            <a:prstDash val="solid"/>
            <a:round/>
            <a:headEnd type="none" w="med" len="med"/>
            <a:tailEnd type="none" w="med" len="med"/>
          </a:ln>
        </p:spPr>
      </p:cxnSp>
      <p:sp>
        <p:nvSpPr>
          <p:cNvPr id="693" name="Google Shape;693;p41"/>
          <p:cNvSpPr/>
          <p:nvPr/>
        </p:nvSpPr>
        <p:spPr>
          <a:xfrm>
            <a:off x="713983" y="1798633"/>
            <a:ext cx="876544" cy="876452"/>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41"/>
          <p:cNvSpPr/>
          <p:nvPr/>
        </p:nvSpPr>
        <p:spPr>
          <a:xfrm>
            <a:off x="7553473" y="2835033"/>
            <a:ext cx="876544" cy="876452"/>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95" name="Google Shape;695;p41"/>
          <p:cNvCxnSpPr/>
          <p:nvPr/>
        </p:nvCxnSpPr>
        <p:spPr>
          <a:xfrm>
            <a:off x="5239075" y="3112125"/>
            <a:ext cx="2074800" cy="0"/>
          </a:xfrm>
          <a:prstGeom prst="straightConnector1">
            <a:avLst/>
          </a:prstGeom>
          <a:noFill/>
          <a:ln w="9525" cap="flat" cmpd="sng">
            <a:solidFill>
              <a:schemeClr val="dk1"/>
            </a:solidFill>
            <a:prstDash val="solid"/>
            <a:round/>
            <a:headEnd type="none" w="med" len="med"/>
            <a:tailEnd type="none" w="med" len="med"/>
          </a:ln>
        </p:spPr>
      </p:cxnSp>
      <p:sp>
        <p:nvSpPr>
          <p:cNvPr id="696" name="Google Shape;696;p41"/>
          <p:cNvSpPr txBox="1"/>
          <p:nvPr/>
        </p:nvSpPr>
        <p:spPr>
          <a:xfrm>
            <a:off x="7062300" y="212749"/>
            <a:ext cx="1367400" cy="300900"/>
          </a:xfrm>
          <a:prstGeom prst="rect">
            <a:avLst/>
          </a:prstGeom>
          <a:noFill/>
          <a:ln>
            <a:noFill/>
          </a:ln>
        </p:spPr>
        <p:txBody>
          <a:bodyPr spcFirstLastPara="1" wrap="square" lIns="91425" tIns="91425" rIns="0" bIns="91425" anchor="ctr" anchorCtr="0">
            <a:noAutofit/>
          </a:bodyPr>
          <a:lstStyle/>
          <a:p>
            <a:pPr marL="0" lvl="0" indent="0" algn="r" rtl="0">
              <a:spcBef>
                <a:spcPts val="0"/>
              </a:spcBef>
              <a:spcAft>
                <a:spcPts val="0"/>
              </a:spcAft>
              <a:buNone/>
            </a:pPr>
            <a:r>
              <a:rPr lang="en">
                <a:solidFill>
                  <a:schemeClr val="lt2"/>
                </a:solidFill>
                <a:latin typeface="Bebas Neue"/>
                <a:ea typeface="Bebas Neue"/>
                <a:cs typeface="Bebas Neue"/>
                <a:sym typeface="Bebas Neue"/>
              </a:rPr>
              <a:t>Data ANALYSIS</a:t>
            </a:r>
            <a:endParaRPr>
              <a:solidFill>
                <a:schemeClr val="lt2"/>
              </a:solidFill>
            </a:endParaRPr>
          </a:p>
        </p:txBody>
      </p:sp>
      <p:sp>
        <p:nvSpPr>
          <p:cNvPr id="697" name="Google Shape;697;p41"/>
          <p:cNvSpPr/>
          <p:nvPr/>
        </p:nvSpPr>
        <p:spPr>
          <a:xfrm rot="7198710">
            <a:off x="820086" y="3368814"/>
            <a:ext cx="630918" cy="627700"/>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8" name="Google Shape;698;p41"/>
          <p:cNvGrpSpPr/>
          <p:nvPr/>
        </p:nvGrpSpPr>
        <p:grpSpPr>
          <a:xfrm>
            <a:off x="7466519" y="1006366"/>
            <a:ext cx="953591" cy="334099"/>
            <a:chOff x="2271950" y="2722775"/>
            <a:chExt cx="575875" cy="201775"/>
          </a:xfrm>
        </p:grpSpPr>
        <p:sp>
          <p:nvSpPr>
            <p:cNvPr id="699" name="Google Shape;699;p41"/>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41"/>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41"/>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41"/>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41"/>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4" name="Google Shape;704;p41"/>
          <p:cNvSpPr/>
          <p:nvPr/>
        </p:nvSpPr>
        <p:spPr>
          <a:xfrm>
            <a:off x="2039925" y="3252576"/>
            <a:ext cx="262479" cy="262448"/>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41"/>
          <p:cNvSpPr/>
          <p:nvPr/>
        </p:nvSpPr>
        <p:spPr>
          <a:xfrm>
            <a:off x="2842313" y="3913300"/>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41"/>
          <p:cNvSpPr/>
          <p:nvPr/>
        </p:nvSpPr>
        <p:spPr>
          <a:xfrm>
            <a:off x="5239075" y="1543894"/>
            <a:ext cx="107827" cy="107819"/>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41"/>
          <p:cNvSpPr/>
          <p:nvPr/>
        </p:nvSpPr>
        <p:spPr>
          <a:xfrm>
            <a:off x="7873188" y="1652043"/>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41"/>
          <p:cNvSpPr/>
          <p:nvPr/>
        </p:nvSpPr>
        <p:spPr>
          <a:xfrm>
            <a:off x="6836438" y="1006378"/>
            <a:ext cx="416654" cy="491569"/>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41"/>
          <p:cNvSpPr/>
          <p:nvPr/>
        </p:nvSpPr>
        <p:spPr>
          <a:xfrm>
            <a:off x="8084327" y="1910863"/>
            <a:ext cx="335779" cy="396117"/>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41"/>
          <p:cNvSpPr/>
          <p:nvPr/>
        </p:nvSpPr>
        <p:spPr>
          <a:xfrm>
            <a:off x="4261262" y="3832453"/>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41"/>
          <p:cNvSpPr/>
          <p:nvPr/>
        </p:nvSpPr>
        <p:spPr>
          <a:xfrm rot="-1685758">
            <a:off x="2484228" y="3761797"/>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41"/>
          <p:cNvSpPr/>
          <p:nvPr/>
        </p:nvSpPr>
        <p:spPr>
          <a:xfrm>
            <a:off x="7253088" y="706863"/>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41"/>
          <p:cNvSpPr/>
          <p:nvPr/>
        </p:nvSpPr>
        <p:spPr>
          <a:xfrm rot="-1685758">
            <a:off x="5822966" y="826209"/>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41"/>
          <p:cNvSpPr/>
          <p:nvPr/>
        </p:nvSpPr>
        <p:spPr>
          <a:xfrm>
            <a:off x="6236062" y="1367453"/>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41"/>
          <p:cNvSpPr/>
          <p:nvPr/>
        </p:nvSpPr>
        <p:spPr>
          <a:xfrm>
            <a:off x="3526488" y="4290943"/>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41"/>
          <p:cNvSpPr/>
          <p:nvPr/>
        </p:nvSpPr>
        <p:spPr>
          <a:xfrm>
            <a:off x="4261262" y="2374792"/>
            <a:ext cx="621486" cy="647845"/>
          </a:xfrm>
          <a:prstGeom prst="rect">
            <a:avLst/>
          </a:prstGeom>
        </p:spPr>
        <p:txBody>
          <a:bodyPr>
            <a:prstTxWarp prst="textPlain">
              <a:avLst/>
            </a:prstTxWarp>
          </a:bodyPr>
          <a:lstStyle/>
          <a:p>
            <a:pPr lvl="0" algn="ctr"/>
            <a:r>
              <a:rPr b="0" i="0">
                <a:ln w="9525" cap="flat" cmpd="sng">
                  <a:solidFill>
                    <a:schemeClr val="dk1"/>
                  </a:solidFill>
                  <a:prstDash val="solid"/>
                  <a:round/>
                  <a:headEnd type="none" w="sm" len="sm"/>
                  <a:tailEnd type="none" w="sm" len="sm"/>
                </a:ln>
                <a:noFill/>
                <a:latin typeface="Bebas Neue"/>
              </a:rPr>
              <a:t>VS</a:t>
            </a:r>
          </a:p>
        </p:txBody>
      </p:sp>
      <p:sp>
        <p:nvSpPr>
          <p:cNvPr id="717" name="Google Shape;717;p41"/>
          <p:cNvSpPr/>
          <p:nvPr/>
        </p:nvSpPr>
        <p:spPr>
          <a:xfrm rot="7201932">
            <a:off x="1199737" y="4051715"/>
            <a:ext cx="371928" cy="370031"/>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41"/>
          <p:cNvSpPr/>
          <p:nvPr/>
        </p:nvSpPr>
        <p:spPr>
          <a:xfrm>
            <a:off x="2057089" y="4182499"/>
            <a:ext cx="107827" cy="108460"/>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41">
            <a:hlinkClick r:id="" action="ppaction://hlinkshowjump?jump=nextslide"/>
          </p:cNvPr>
          <p:cNvSpPr/>
          <p:nvPr/>
        </p:nvSpPr>
        <p:spPr>
          <a:xfrm rot="5400000">
            <a:off x="821542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41">
            <a:hlinkClick r:id="" action="ppaction://hlinkshowjump?jump=previousslide"/>
          </p:cNvPr>
          <p:cNvSpPr/>
          <p:nvPr/>
        </p:nvSpPr>
        <p:spPr>
          <a:xfrm rot="-5400000" flipH="1">
            <a:off x="73197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1">
            <a:hlinkClick r:id="rId3" action="ppaction://hlinksldjump"/>
          </p:cNvPr>
          <p:cNvSpPr txBox="1"/>
          <p:nvPr/>
        </p:nvSpPr>
        <p:spPr>
          <a:xfrm>
            <a:off x="92245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MENU</a:t>
            </a:r>
            <a:endParaRPr sz="1000">
              <a:solidFill>
                <a:schemeClr val="dk1"/>
              </a:solidFill>
              <a:latin typeface="Bebas Neue"/>
              <a:ea typeface="Bebas Neue"/>
              <a:cs typeface="Bebas Neue"/>
              <a:sym typeface="Bebas Neue"/>
            </a:endParaRPr>
          </a:p>
        </p:txBody>
      </p:sp>
      <p:sp>
        <p:nvSpPr>
          <p:cNvPr id="732" name="Google Shape;732;p41">
            <a:hlinkClick r:id="rId4" action="ppaction://hlinksldjump"/>
          </p:cNvPr>
          <p:cNvSpPr txBox="1"/>
          <p:nvPr/>
        </p:nvSpPr>
        <p:spPr>
          <a:xfrm>
            <a:off x="151793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ANALYSIS</a:t>
            </a:r>
            <a:endParaRPr sz="1000">
              <a:solidFill>
                <a:schemeClr val="dk1"/>
              </a:solidFill>
              <a:latin typeface="Bebas Neue"/>
              <a:ea typeface="Bebas Neue"/>
              <a:cs typeface="Bebas Neue"/>
              <a:sym typeface="Bebas Neue"/>
            </a:endParaRPr>
          </a:p>
        </p:txBody>
      </p:sp>
      <p:sp>
        <p:nvSpPr>
          <p:cNvPr id="733" name="Google Shape;733;p41">
            <a:hlinkClick r:id="" action="ppaction://noaction"/>
          </p:cNvPr>
          <p:cNvSpPr txBox="1"/>
          <p:nvPr/>
        </p:nvSpPr>
        <p:spPr>
          <a:xfrm>
            <a:off x="211341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CONTACT</a:t>
            </a:r>
            <a:endParaRPr sz="1000">
              <a:solidFill>
                <a:schemeClr val="dk1"/>
              </a:solidFill>
              <a:latin typeface="Bebas Neue"/>
              <a:ea typeface="Bebas Neue"/>
              <a:cs typeface="Bebas Neue"/>
              <a:sym typeface="Bebas Neue"/>
            </a:endParaRPr>
          </a:p>
        </p:txBody>
      </p:sp>
      <p:grpSp>
        <p:nvGrpSpPr>
          <p:cNvPr id="734" name="Google Shape;734;p41"/>
          <p:cNvGrpSpPr/>
          <p:nvPr/>
        </p:nvGrpSpPr>
        <p:grpSpPr>
          <a:xfrm>
            <a:off x="706038" y="312972"/>
            <a:ext cx="140222" cy="140409"/>
            <a:chOff x="2741000" y="199475"/>
            <a:chExt cx="191953" cy="192210"/>
          </a:xfrm>
        </p:grpSpPr>
        <p:sp>
          <p:nvSpPr>
            <p:cNvPr id="735" name="Google Shape;735;p41"/>
            <p:cNvSpPr/>
            <p:nvPr/>
          </p:nvSpPr>
          <p:spPr>
            <a:xfrm>
              <a:off x="2741000"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41"/>
            <p:cNvSpPr/>
            <p:nvPr/>
          </p:nvSpPr>
          <p:spPr>
            <a:xfrm>
              <a:off x="2741000"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41"/>
            <p:cNvSpPr/>
            <p:nvPr/>
          </p:nvSpPr>
          <p:spPr>
            <a:xfrm>
              <a:off x="2741000"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41"/>
            <p:cNvSpPr/>
            <p:nvPr/>
          </p:nvSpPr>
          <p:spPr>
            <a:xfrm>
              <a:off x="2815215"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41"/>
            <p:cNvSpPr/>
            <p:nvPr/>
          </p:nvSpPr>
          <p:spPr>
            <a:xfrm>
              <a:off x="2815215"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41"/>
            <p:cNvSpPr/>
            <p:nvPr/>
          </p:nvSpPr>
          <p:spPr>
            <a:xfrm>
              <a:off x="2815215"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41"/>
            <p:cNvSpPr/>
            <p:nvPr/>
          </p:nvSpPr>
          <p:spPr>
            <a:xfrm>
              <a:off x="2889453"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41"/>
            <p:cNvSpPr/>
            <p:nvPr/>
          </p:nvSpPr>
          <p:spPr>
            <a:xfrm>
              <a:off x="2889453"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41"/>
            <p:cNvSpPr/>
            <p:nvPr/>
          </p:nvSpPr>
          <p:spPr>
            <a:xfrm>
              <a:off x="2889453"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4" name="Google Shape;744;p41">
            <a:hlinkClick r:id="rId5" action="ppaction://hlinksldjump"/>
          </p:cNvPr>
          <p:cNvSpPr/>
          <p:nvPr/>
        </p:nvSpPr>
        <p:spPr>
          <a:xfrm>
            <a:off x="669500" y="276525"/>
            <a:ext cx="213300" cy="21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 name="Google Shape;2362;p69">
            <a:extLst>
              <a:ext uri="{FF2B5EF4-FFF2-40B4-BE49-F238E27FC236}">
                <a16:creationId xmlns:a16="http://schemas.microsoft.com/office/drawing/2014/main" id="{596793CE-7B49-4A3C-A7D9-504BB5E37DC4}"/>
              </a:ext>
            </a:extLst>
          </p:cNvPr>
          <p:cNvGrpSpPr/>
          <p:nvPr/>
        </p:nvGrpSpPr>
        <p:grpSpPr>
          <a:xfrm>
            <a:off x="922450" y="1986489"/>
            <a:ext cx="423970" cy="438759"/>
            <a:chOff x="726183" y="1770972"/>
            <a:chExt cx="422955" cy="437708"/>
          </a:xfrm>
          <a:solidFill>
            <a:schemeClr val="bg1"/>
          </a:solidFill>
        </p:grpSpPr>
        <p:sp>
          <p:nvSpPr>
            <p:cNvPr id="63" name="Google Shape;2363;p69">
              <a:extLst>
                <a:ext uri="{FF2B5EF4-FFF2-40B4-BE49-F238E27FC236}">
                  <a16:creationId xmlns:a16="http://schemas.microsoft.com/office/drawing/2014/main" id="{61396109-1264-4B3E-8FC6-00022B1E1BDE}"/>
                </a:ext>
              </a:extLst>
            </p:cNvPr>
            <p:cNvSpPr/>
            <p:nvPr/>
          </p:nvSpPr>
          <p:spPr>
            <a:xfrm>
              <a:off x="726183" y="1834957"/>
              <a:ext cx="422955" cy="373723"/>
            </a:xfrm>
            <a:custGeom>
              <a:avLst/>
              <a:gdLst/>
              <a:ahLst/>
              <a:cxnLst/>
              <a:rect l="l" t="t" r="r" b="b"/>
              <a:pathLst>
                <a:path w="20928" h="18492" extrusionOk="0">
                  <a:moveTo>
                    <a:pt x="630" y="0"/>
                  </a:moveTo>
                  <a:cubicBezTo>
                    <a:pt x="285" y="0"/>
                    <a:pt x="1" y="285"/>
                    <a:pt x="1" y="650"/>
                  </a:cubicBezTo>
                  <a:lnTo>
                    <a:pt x="1" y="17862"/>
                  </a:lnTo>
                  <a:cubicBezTo>
                    <a:pt x="1" y="18207"/>
                    <a:pt x="285" y="18492"/>
                    <a:pt x="630" y="18492"/>
                  </a:cubicBezTo>
                  <a:lnTo>
                    <a:pt x="20299" y="18492"/>
                  </a:lnTo>
                  <a:cubicBezTo>
                    <a:pt x="20644" y="18492"/>
                    <a:pt x="20928" y="18207"/>
                    <a:pt x="20928" y="17862"/>
                  </a:cubicBezTo>
                  <a:cubicBezTo>
                    <a:pt x="20928" y="17497"/>
                    <a:pt x="20644" y="17213"/>
                    <a:pt x="20299" y="17213"/>
                  </a:cubicBezTo>
                  <a:lnTo>
                    <a:pt x="19649" y="17213"/>
                  </a:lnTo>
                  <a:lnTo>
                    <a:pt x="19649" y="3593"/>
                  </a:lnTo>
                  <a:cubicBezTo>
                    <a:pt x="19649" y="3370"/>
                    <a:pt x="19466" y="3187"/>
                    <a:pt x="19243" y="3187"/>
                  </a:cubicBezTo>
                  <a:lnTo>
                    <a:pt x="18066" y="3187"/>
                  </a:lnTo>
                  <a:cubicBezTo>
                    <a:pt x="17843" y="3187"/>
                    <a:pt x="17640" y="3370"/>
                    <a:pt x="17640" y="3593"/>
                  </a:cubicBezTo>
                  <a:lnTo>
                    <a:pt x="17640" y="17213"/>
                  </a:lnTo>
                  <a:lnTo>
                    <a:pt x="16381" y="17213"/>
                  </a:lnTo>
                  <a:lnTo>
                    <a:pt x="16381" y="8728"/>
                  </a:lnTo>
                  <a:cubicBezTo>
                    <a:pt x="16381" y="8485"/>
                    <a:pt x="16198" y="8302"/>
                    <a:pt x="15955" y="8302"/>
                  </a:cubicBezTo>
                  <a:lnTo>
                    <a:pt x="14798" y="8302"/>
                  </a:lnTo>
                  <a:cubicBezTo>
                    <a:pt x="14554" y="8302"/>
                    <a:pt x="14372" y="8485"/>
                    <a:pt x="14372" y="8728"/>
                  </a:cubicBezTo>
                  <a:lnTo>
                    <a:pt x="14372" y="17213"/>
                  </a:lnTo>
                  <a:lnTo>
                    <a:pt x="13113" y="17213"/>
                  </a:lnTo>
                  <a:lnTo>
                    <a:pt x="13113" y="12280"/>
                  </a:lnTo>
                  <a:cubicBezTo>
                    <a:pt x="13113" y="12037"/>
                    <a:pt x="12910" y="11854"/>
                    <a:pt x="12687" y="11854"/>
                  </a:cubicBezTo>
                  <a:lnTo>
                    <a:pt x="11510" y="11854"/>
                  </a:lnTo>
                  <a:cubicBezTo>
                    <a:pt x="11286" y="11854"/>
                    <a:pt x="11104" y="12037"/>
                    <a:pt x="11104" y="12280"/>
                  </a:cubicBezTo>
                  <a:lnTo>
                    <a:pt x="11104" y="17213"/>
                  </a:lnTo>
                  <a:lnTo>
                    <a:pt x="9825" y="17213"/>
                  </a:lnTo>
                  <a:lnTo>
                    <a:pt x="9825" y="8668"/>
                  </a:lnTo>
                  <a:cubicBezTo>
                    <a:pt x="9825" y="8444"/>
                    <a:pt x="9642" y="8262"/>
                    <a:pt x="9399" y="8262"/>
                  </a:cubicBezTo>
                  <a:lnTo>
                    <a:pt x="8242" y="8262"/>
                  </a:lnTo>
                  <a:cubicBezTo>
                    <a:pt x="7998" y="8262"/>
                    <a:pt x="7816" y="8444"/>
                    <a:pt x="7816" y="8668"/>
                  </a:cubicBezTo>
                  <a:lnTo>
                    <a:pt x="7816" y="17213"/>
                  </a:lnTo>
                  <a:lnTo>
                    <a:pt x="6557" y="17213"/>
                  </a:lnTo>
                  <a:lnTo>
                    <a:pt x="6557" y="12280"/>
                  </a:lnTo>
                  <a:cubicBezTo>
                    <a:pt x="6557" y="12037"/>
                    <a:pt x="6354" y="11854"/>
                    <a:pt x="6131" y="11854"/>
                  </a:cubicBezTo>
                  <a:lnTo>
                    <a:pt x="4974" y="11854"/>
                  </a:lnTo>
                  <a:cubicBezTo>
                    <a:pt x="4730" y="11854"/>
                    <a:pt x="4548" y="12037"/>
                    <a:pt x="4548" y="12280"/>
                  </a:cubicBezTo>
                  <a:lnTo>
                    <a:pt x="4548" y="17213"/>
                  </a:lnTo>
                  <a:lnTo>
                    <a:pt x="3269" y="17213"/>
                  </a:lnTo>
                  <a:lnTo>
                    <a:pt x="3269" y="15508"/>
                  </a:lnTo>
                  <a:cubicBezTo>
                    <a:pt x="3269" y="15285"/>
                    <a:pt x="3086" y="15082"/>
                    <a:pt x="2863" y="15082"/>
                  </a:cubicBezTo>
                  <a:lnTo>
                    <a:pt x="1259" y="15082"/>
                  </a:lnTo>
                  <a:lnTo>
                    <a:pt x="1259" y="650"/>
                  </a:lnTo>
                  <a:cubicBezTo>
                    <a:pt x="1259" y="285"/>
                    <a:pt x="975" y="0"/>
                    <a:pt x="6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2364;p69">
              <a:extLst>
                <a:ext uri="{FF2B5EF4-FFF2-40B4-BE49-F238E27FC236}">
                  <a16:creationId xmlns:a16="http://schemas.microsoft.com/office/drawing/2014/main" id="{334A9E68-2E23-438D-85F4-F7927692D068}"/>
                </a:ext>
              </a:extLst>
            </p:cNvPr>
            <p:cNvSpPr/>
            <p:nvPr/>
          </p:nvSpPr>
          <p:spPr>
            <a:xfrm>
              <a:off x="775818" y="1770972"/>
              <a:ext cx="342964" cy="191571"/>
            </a:xfrm>
            <a:custGeom>
              <a:avLst/>
              <a:gdLst/>
              <a:ahLst/>
              <a:cxnLst/>
              <a:rect l="l" t="t" r="r" b="b"/>
              <a:pathLst>
                <a:path w="16970" h="9479" extrusionOk="0">
                  <a:moveTo>
                    <a:pt x="14250" y="0"/>
                  </a:moveTo>
                  <a:cubicBezTo>
                    <a:pt x="13905" y="0"/>
                    <a:pt x="13621" y="284"/>
                    <a:pt x="13621" y="629"/>
                  </a:cubicBezTo>
                  <a:cubicBezTo>
                    <a:pt x="13621" y="995"/>
                    <a:pt x="13905" y="1279"/>
                    <a:pt x="14250" y="1279"/>
                  </a:cubicBezTo>
                  <a:lnTo>
                    <a:pt x="14798" y="1279"/>
                  </a:lnTo>
                  <a:lnTo>
                    <a:pt x="9033" y="7023"/>
                  </a:lnTo>
                  <a:lnTo>
                    <a:pt x="5360" y="4100"/>
                  </a:lnTo>
                  <a:cubicBezTo>
                    <a:pt x="5237" y="4006"/>
                    <a:pt x="5093" y="3960"/>
                    <a:pt x="4951" y="3960"/>
                  </a:cubicBezTo>
                  <a:cubicBezTo>
                    <a:pt x="4787" y="3960"/>
                    <a:pt x="4627" y="4021"/>
                    <a:pt x="4507" y="4141"/>
                  </a:cubicBezTo>
                  <a:lnTo>
                    <a:pt x="245" y="8403"/>
                  </a:lnTo>
                  <a:cubicBezTo>
                    <a:pt x="1" y="8647"/>
                    <a:pt x="1" y="9053"/>
                    <a:pt x="245" y="9296"/>
                  </a:cubicBezTo>
                  <a:cubicBezTo>
                    <a:pt x="366" y="9418"/>
                    <a:pt x="529" y="9479"/>
                    <a:pt x="691" y="9479"/>
                  </a:cubicBezTo>
                  <a:cubicBezTo>
                    <a:pt x="853" y="9479"/>
                    <a:pt x="1016" y="9418"/>
                    <a:pt x="1138" y="9296"/>
                  </a:cubicBezTo>
                  <a:lnTo>
                    <a:pt x="4994" y="5440"/>
                  </a:lnTo>
                  <a:lnTo>
                    <a:pt x="8688" y="8383"/>
                  </a:lnTo>
                  <a:cubicBezTo>
                    <a:pt x="8808" y="8475"/>
                    <a:pt x="8949" y="8521"/>
                    <a:pt x="9088" y="8521"/>
                  </a:cubicBezTo>
                  <a:cubicBezTo>
                    <a:pt x="9255" y="8521"/>
                    <a:pt x="9419" y="8455"/>
                    <a:pt x="9541" y="8322"/>
                  </a:cubicBezTo>
                  <a:lnTo>
                    <a:pt x="15691" y="2172"/>
                  </a:lnTo>
                  <a:lnTo>
                    <a:pt x="15691" y="2720"/>
                  </a:lnTo>
                  <a:cubicBezTo>
                    <a:pt x="15691" y="3065"/>
                    <a:pt x="15975" y="3349"/>
                    <a:pt x="16341" y="3349"/>
                  </a:cubicBezTo>
                  <a:cubicBezTo>
                    <a:pt x="16686" y="3349"/>
                    <a:pt x="16970" y="3065"/>
                    <a:pt x="16970" y="2720"/>
                  </a:cubicBezTo>
                  <a:lnTo>
                    <a:pt x="16970" y="629"/>
                  </a:lnTo>
                  <a:cubicBezTo>
                    <a:pt x="16970" y="284"/>
                    <a:pt x="16686" y="0"/>
                    <a:pt x="1634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 name="Google Shape;2560;p69">
            <a:extLst>
              <a:ext uri="{FF2B5EF4-FFF2-40B4-BE49-F238E27FC236}">
                <a16:creationId xmlns:a16="http://schemas.microsoft.com/office/drawing/2014/main" id="{B8CAFD2C-A910-4CFE-88BC-CEDD141584C9}"/>
              </a:ext>
            </a:extLst>
          </p:cNvPr>
          <p:cNvGrpSpPr/>
          <p:nvPr/>
        </p:nvGrpSpPr>
        <p:grpSpPr>
          <a:xfrm>
            <a:off x="7766433" y="3045123"/>
            <a:ext cx="439184" cy="438516"/>
            <a:chOff x="4342641" y="2969041"/>
            <a:chExt cx="438133" cy="437466"/>
          </a:xfrm>
          <a:solidFill>
            <a:schemeClr val="bg1"/>
          </a:solidFill>
        </p:grpSpPr>
        <p:sp>
          <p:nvSpPr>
            <p:cNvPr id="66" name="Google Shape;2561;p69">
              <a:extLst>
                <a:ext uri="{FF2B5EF4-FFF2-40B4-BE49-F238E27FC236}">
                  <a16:creationId xmlns:a16="http://schemas.microsoft.com/office/drawing/2014/main" id="{0DDDDBB5-7352-40FC-95D5-5979F3A1DA91}"/>
                </a:ext>
              </a:extLst>
            </p:cNvPr>
            <p:cNvSpPr/>
            <p:nvPr/>
          </p:nvSpPr>
          <p:spPr>
            <a:xfrm>
              <a:off x="4453816" y="3078721"/>
              <a:ext cx="216207" cy="216207"/>
            </a:xfrm>
            <a:custGeom>
              <a:avLst/>
              <a:gdLst/>
              <a:ahLst/>
              <a:cxnLst/>
              <a:rect l="l" t="t" r="r" b="b"/>
              <a:pathLst>
                <a:path w="10698" h="10698" extrusionOk="0">
                  <a:moveTo>
                    <a:pt x="5318" y="1"/>
                  </a:moveTo>
                  <a:cubicBezTo>
                    <a:pt x="2396" y="21"/>
                    <a:pt x="0" y="2416"/>
                    <a:pt x="0" y="5359"/>
                  </a:cubicBezTo>
                  <a:cubicBezTo>
                    <a:pt x="0" y="8302"/>
                    <a:pt x="2416" y="10698"/>
                    <a:pt x="5359" y="10698"/>
                  </a:cubicBezTo>
                  <a:cubicBezTo>
                    <a:pt x="8302" y="10698"/>
                    <a:pt x="10697" y="8302"/>
                    <a:pt x="10697" y="5359"/>
                  </a:cubicBezTo>
                  <a:cubicBezTo>
                    <a:pt x="10697" y="2416"/>
                    <a:pt x="8302" y="1"/>
                    <a:pt x="535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2562;p69">
              <a:extLst>
                <a:ext uri="{FF2B5EF4-FFF2-40B4-BE49-F238E27FC236}">
                  <a16:creationId xmlns:a16="http://schemas.microsoft.com/office/drawing/2014/main" id="{51C2D186-5136-471F-869F-89EE137A9CE2}"/>
                </a:ext>
              </a:extLst>
            </p:cNvPr>
            <p:cNvSpPr/>
            <p:nvPr/>
          </p:nvSpPr>
          <p:spPr>
            <a:xfrm>
              <a:off x="4342641" y="2969041"/>
              <a:ext cx="206769" cy="357656"/>
            </a:xfrm>
            <a:custGeom>
              <a:avLst/>
              <a:gdLst/>
              <a:ahLst/>
              <a:cxnLst/>
              <a:rect l="l" t="t" r="r" b="b"/>
              <a:pathLst>
                <a:path w="10231" h="17697" extrusionOk="0">
                  <a:moveTo>
                    <a:pt x="9599" y="0"/>
                  </a:moveTo>
                  <a:cubicBezTo>
                    <a:pt x="9566" y="0"/>
                    <a:pt x="9533" y="3"/>
                    <a:pt x="9500" y="8"/>
                  </a:cubicBezTo>
                  <a:cubicBezTo>
                    <a:pt x="4081" y="678"/>
                    <a:pt x="1" y="5306"/>
                    <a:pt x="1" y="10786"/>
                  </a:cubicBezTo>
                  <a:cubicBezTo>
                    <a:pt x="1" y="13222"/>
                    <a:pt x="792" y="15536"/>
                    <a:pt x="2274" y="17444"/>
                  </a:cubicBezTo>
                  <a:cubicBezTo>
                    <a:pt x="2406" y="17609"/>
                    <a:pt x="2598" y="17697"/>
                    <a:pt x="2789" y="17697"/>
                  </a:cubicBezTo>
                  <a:cubicBezTo>
                    <a:pt x="2949" y="17697"/>
                    <a:pt x="3108" y="17635"/>
                    <a:pt x="3228" y="17505"/>
                  </a:cubicBezTo>
                  <a:lnTo>
                    <a:pt x="5359" y="15394"/>
                  </a:lnTo>
                  <a:cubicBezTo>
                    <a:pt x="5583" y="15171"/>
                    <a:pt x="5603" y="14825"/>
                    <a:pt x="5420" y="14562"/>
                  </a:cubicBezTo>
                  <a:cubicBezTo>
                    <a:pt x="4649" y="13466"/>
                    <a:pt x="4243" y="12146"/>
                    <a:pt x="4243" y="10786"/>
                  </a:cubicBezTo>
                  <a:cubicBezTo>
                    <a:pt x="4243" y="7559"/>
                    <a:pt x="6537" y="4819"/>
                    <a:pt x="9703" y="4271"/>
                  </a:cubicBezTo>
                  <a:cubicBezTo>
                    <a:pt x="10008" y="4210"/>
                    <a:pt x="10231" y="3946"/>
                    <a:pt x="10231" y="3642"/>
                  </a:cubicBezTo>
                  <a:lnTo>
                    <a:pt x="10231" y="637"/>
                  </a:lnTo>
                  <a:cubicBezTo>
                    <a:pt x="10231" y="285"/>
                    <a:pt x="9943" y="0"/>
                    <a:pt x="959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2563;p69">
              <a:extLst>
                <a:ext uri="{FF2B5EF4-FFF2-40B4-BE49-F238E27FC236}">
                  <a16:creationId xmlns:a16="http://schemas.microsoft.com/office/drawing/2014/main" id="{0762DA18-2972-4059-9D96-0BC5D7CE6C0B}"/>
                </a:ext>
              </a:extLst>
            </p:cNvPr>
            <p:cNvSpPr/>
            <p:nvPr/>
          </p:nvSpPr>
          <p:spPr>
            <a:xfrm>
              <a:off x="4574833" y="2969041"/>
              <a:ext cx="205940" cy="204869"/>
            </a:xfrm>
            <a:custGeom>
              <a:avLst/>
              <a:gdLst/>
              <a:ahLst/>
              <a:cxnLst/>
              <a:rect l="l" t="t" r="r" b="b"/>
              <a:pathLst>
                <a:path w="10190" h="10137" extrusionOk="0">
                  <a:moveTo>
                    <a:pt x="632" y="0"/>
                  </a:moveTo>
                  <a:cubicBezTo>
                    <a:pt x="288" y="0"/>
                    <a:pt x="0" y="285"/>
                    <a:pt x="0" y="637"/>
                  </a:cubicBezTo>
                  <a:lnTo>
                    <a:pt x="0" y="3642"/>
                  </a:lnTo>
                  <a:cubicBezTo>
                    <a:pt x="0" y="3946"/>
                    <a:pt x="224" y="4210"/>
                    <a:pt x="528" y="4271"/>
                  </a:cubicBezTo>
                  <a:cubicBezTo>
                    <a:pt x="3248" y="4738"/>
                    <a:pt x="5399" y="6889"/>
                    <a:pt x="5887" y="9629"/>
                  </a:cubicBezTo>
                  <a:cubicBezTo>
                    <a:pt x="5947" y="9934"/>
                    <a:pt x="6211" y="10137"/>
                    <a:pt x="6516" y="10137"/>
                  </a:cubicBezTo>
                  <a:lnTo>
                    <a:pt x="9520" y="10137"/>
                  </a:lnTo>
                  <a:cubicBezTo>
                    <a:pt x="9906" y="10137"/>
                    <a:pt x="10190" y="9812"/>
                    <a:pt x="10149" y="9426"/>
                  </a:cubicBezTo>
                  <a:cubicBezTo>
                    <a:pt x="9865" y="7052"/>
                    <a:pt x="8749" y="4798"/>
                    <a:pt x="7044" y="3093"/>
                  </a:cubicBezTo>
                  <a:cubicBezTo>
                    <a:pt x="5359" y="1388"/>
                    <a:pt x="3106" y="292"/>
                    <a:pt x="731" y="8"/>
                  </a:cubicBezTo>
                  <a:cubicBezTo>
                    <a:pt x="698" y="3"/>
                    <a:pt x="665" y="0"/>
                    <a:pt x="63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2564;p69">
              <a:extLst>
                <a:ext uri="{FF2B5EF4-FFF2-40B4-BE49-F238E27FC236}">
                  <a16:creationId xmlns:a16="http://schemas.microsoft.com/office/drawing/2014/main" id="{6BA5F1AF-86C7-4A63-BDBE-319AC0B3B4F9}"/>
                </a:ext>
              </a:extLst>
            </p:cNvPr>
            <p:cNvSpPr/>
            <p:nvPr/>
          </p:nvSpPr>
          <p:spPr>
            <a:xfrm>
              <a:off x="4420591" y="3199738"/>
              <a:ext cx="360183" cy="206769"/>
            </a:xfrm>
            <a:custGeom>
              <a:avLst/>
              <a:gdLst/>
              <a:ahLst/>
              <a:cxnLst/>
              <a:rect l="l" t="t" r="r" b="b"/>
              <a:pathLst>
                <a:path w="17822" h="10231" extrusionOk="0">
                  <a:moveTo>
                    <a:pt x="14148" y="1"/>
                  </a:moveTo>
                  <a:cubicBezTo>
                    <a:pt x="13843" y="1"/>
                    <a:pt x="13579" y="224"/>
                    <a:pt x="13519" y="528"/>
                  </a:cubicBezTo>
                  <a:cubicBezTo>
                    <a:pt x="12971" y="3695"/>
                    <a:pt x="10210" y="5988"/>
                    <a:pt x="7003" y="5988"/>
                  </a:cubicBezTo>
                  <a:cubicBezTo>
                    <a:pt x="5643" y="5988"/>
                    <a:pt x="4324" y="5582"/>
                    <a:pt x="3207" y="4791"/>
                  </a:cubicBezTo>
                  <a:cubicBezTo>
                    <a:pt x="3102" y="4720"/>
                    <a:pt x="2977" y="4684"/>
                    <a:pt x="2851" y="4684"/>
                  </a:cubicBezTo>
                  <a:cubicBezTo>
                    <a:pt x="2687" y="4684"/>
                    <a:pt x="2522" y="4746"/>
                    <a:pt x="2395" y="4872"/>
                  </a:cubicBezTo>
                  <a:lnTo>
                    <a:pt x="285" y="7003"/>
                  </a:lnTo>
                  <a:cubicBezTo>
                    <a:pt x="0" y="7267"/>
                    <a:pt x="21" y="7714"/>
                    <a:pt x="325" y="7937"/>
                  </a:cubicBezTo>
                  <a:cubicBezTo>
                    <a:pt x="2253" y="9439"/>
                    <a:pt x="4567" y="10230"/>
                    <a:pt x="7003" y="10230"/>
                  </a:cubicBezTo>
                  <a:cubicBezTo>
                    <a:pt x="12483" y="10230"/>
                    <a:pt x="17111" y="6151"/>
                    <a:pt x="17781" y="711"/>
                  </a:cubicBezTo>
                  <a:cubicBezTo>
                    <a:pt x="17822" y="346"/>
                    <a:pt x="17538" y="1"/>
                    <a:pt x="1715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87"/>
                                        </p:tgtEl>
                                        <p:attrNameLst>
                                          <p:attrName>style.visibility</p:attrName>
                                        </p:attrNameLst>
                                      </p:cBhvr>
                                      <p:to>
                                        <p:strVal val="visible"/>
                                      </p:to>
                                    </p:set>
                                    <p:animEffect transition="in" filter="barn(inVertical)">
                                      <p:cBhvr>
                                        <p:cTn id="7" dur="500"/>
                                        <p:tgtEl>
                                          <p:spTgt spid="687"/>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88">
                                            <p:txEl>
                                              <p:pRg st="0" end="0"/>
                                            </p:txEl>
                                          </p:spTgt>
                                        </p:tgtEl>
                                        <p:attrNameLst>
                                          <p:attrName>style.visibility</p:attrName>
                                        </p:attrNameLst>
                                      </p:cBhvr>
                                      <p:to>
                                        <p:strVal val="visible"/>
                                      </p:to>
                                    </p:set>
                                    <p:animEffect transition="in" filter="barn(inVertical)">
                                      <p:cBhvr>
                                        <p:cTn id="10" dur="500"/>
                                        <p:tgtEl>
                                          <p:spTgt spid="688">
                                            <p:txEl>
                                              <p:pRg st="0" end="0"/>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692"/>
                                        </p:tgtEl>
                                        <p:attrNameLst>
                                          <p:attrName>style.visibility</p:attrName>
                                        </p:attrNameLst>
                                      </p:cBhvr>
                                      <p:to>
                                        <p:strVal val="visible"/>
                                      </p:to>
                                    </p:set>
                                    <p:animEffect transition="in" filter="barn(inVertical)">
                                      <p:cBhvr>
                                        <p:cTn id="13" dur="500"/>
                                        <p:tgtEl>
                                          <p:spTgt spid="692"/>
                                        </p:tgtEl>
                                      </p:cBhvr>
                                    </p:animEffect>
                                  </p:childTnLst>
                                </p:cTn>
                              </p:par>
                              <p:par>
                                <p:cTn id="14" presetID="16" presetClass="entr" presetSubtype="21" fill="hold" nodeType="withEffect">
                                  <p:stCondLst>
                                    <p:cond delay="0"/>
                                  </p:stCondLst>
                                  <p:childTnLst>
                                    <p:set>
                                      <p:cBhvr>
                                        <p:cTn id="15" dur="1" fill="hold">
                                          <p:stCondLst>
                                            <p:cond delay="0"/>
                                          </p:stCondLst>
                                        </p:cTn>
                                        <p:tgtEl>
                                          <p:spTgt spid="62"/>
                                        </p:tgtEl>
                                        <p:attrNameLst>
                                          <p:attrName>style.visibility</p:attrName>
                                        </p:attrNameLst>
                                      </p:cBhvr>
                                      <p:to>
                                        <p:strVal val="visible"/>
                                      </p:to>
                                    </p:set>
                                    <p:animEffect transition="in" filter="barn(inVertical)">
                                      <p:cBhvr>
                                        <p:cTn id="16" dur="500"/>
                                        <p:tgtEl>
                                          <p:spTgt spid="62"/>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689"/>
                                        </p:tgtEl>
                                        <p:attrNameLst>
                                          <p:attrName>style.visibility</p:attrName>
                                        </p:attrNameLst>
                                      </p:cBhvr>
                                      <p:to>
                                        <p:strVal val="visible"/>
                                      </p:to>
                                    </p:set>
                                    <p:animEffect transition="in" filter="barn(inVertical)">
                                      <p:cBhvr>
                                        <p:cTn id="21" dur="500"/>
                                        <p:tgtEl>
                                          <p:spTgt spid="689"/>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690">
                                            <p:txEl>
                                              <p:pRg st="0" end="0"/>
                                            </p:txEl>
                                          </p:spTgt>
                                        </p:tgtEl>
                                        <p:attrNameLst>
                                          <p:attrName>style.visibility</p:attrName>
                                        </p:attrNameLst>
                                      </p:cBhvr>
                                      <p:to>
                                        <p:strVal val="visible"/>
                                      </p:to>
                                    </p:set>
                                    <p:animEffect transition="in" filter="barn(inVertical)">
                                      <p:cBhvr>
                                        <p:cTn id="24" dur="500"/>
                                        <p:tgtEl>
                                          <p:spTgt spid="690">
                                            <p:txEl>
                                              <p:pRg st="0" end="0"/>
                                            </p:txEl>
                                          </p:spTgt>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694"/>
                                        </p:tgtEl>
                                        <p:attrNameLst>
                                          <p:attrName>style.visibility</p:attrName>
                                        </p:attrNameLst>
                                      </p:cBhvr>
                                      <p:to>
                                        <p:strVal val="visible"/>
                                      </p:to>
                                    </p:set>
                                    <p:animEffect transition="in" filter="barn(inVertical)">
                                      <p:cBhvr>
                                        <p:cTn id="27" dur="500"/>
                                        <p:tgtEl>
                                          <p:spTgt spid="694"/>
                                        </p:tgtEl>
                                      </p:cBhvr>
                                    </p:animEffect>
                                  </p:childTnLst>
                                </p:cTn>
                              </p:par>
                              <p:par>
                                <p:cTn id="28" presetID="16" presetClass="entr" presetSubtype="21" fill="hold" nodeType="withEffect">
                                  <p:stCondLst>
                                    <p:cond delay="0"/>
                                  </p:stCondLst>
                                  <p:childTnLst>
                                    <p:set>
                                      <p:cBhvr>
                                        <p:cTn id="29" dur="1" fill="hold">
                                          <p:stCondLst>
                                            <p:cond delay="0"/>
                                          </p:stCondLst>
                                        </p:cTn>
                                        <p:tgtEl>
                                          <p:spTgt spid="695"/>
                                        </p:tgtEl>
                                        <p:attrNameLst>
                                          <p:attrName>style.visibility</p:attrName>
                                        </p:attrNameLst>
                                      </p:cBhvr>
                                      <p:to>
                                        <p:strVal val="visible"/>
                                      </p:to>
                                    </p:set>
                                    <p:animEffect transition="in" filter="barn(inVertical)">
                                      <p:cBhvr>
                                        <p:cTn id="30" dur="500"/>
                                        <p:tgtEl>
                                          <p:spTgt spid="695"/>
                                        </p:tgtEl>
                                      </p:cBhvr>
                                    </p:animEffect>
                                  </p:childTnLst>
                                </p:cTn>
                              </p:par>
                              <p:par>
                                <p:cTn id="31" presetID="16" presetClass="entr" presetSubtype="21" fill="hold" nodeType="withEffect">
                                  <p:stCondLst>
                                    <p:cond delay="0"/>
                                  </p:stCondLst>
                                  <p:childTnLst>
                                    <p:set>
                                      <p:cBhvr>
                                        <p:cTn id="32" dur="1" fill="hold">
                                          <p:stCondLst>
                                            <p:cond delay="0"/>
                                          </p:stCondLst>
                                        </p:cTn>
                                        <p:tgtEl>
                                          <p:spTgt spid="65"/>
                                        </p:tgtEl>
                                        <p:attrNameLst>
                                          <p:attrName>style.visibility</p:attrName>
                                        </p:attrNameLst>
                                      </p:cBhvr>
                                      <p:to>
                                        <p:strVal val="visible"/>
                                      </p:to>
                                    </p:set>
                                    <p:animEffect transition="in" filter="barn(inVertical)">
                                      <p:cBhvr>
                                        <p:cTn id="33"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7" grpId="0"/>
      <p:bldP spid="688" grpId="0" build="p"/>
      <p:bldP spid="689" grpId="0"/>
      <p:bldP spid="690" grpId="0" build="p"/>
      <p:bldP spid="69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41"/>
          <p:cNvSpPr txBox="1">
            <a:spLocks noGrp="1"/>
          </p:cNvSpPr>
          <p:nvPr>
            <p:ph type="title"/>
          </p:nvPr>
        </p:nvSpPr>
        <p:spPr>
          <a:xfrm>
            <a:off x="1773725" y="1448288"/>
            <a:ext cx="2230500" cy="44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Power BI </a:t>
            </a:r>
          </a:p>
        </p:txBody>
      </p:sp>
      <p:sp>
        <p:nvSpPr>
          <p:cNvPr id="688" name="Google Shape;688;p41"/>
          <p:cNvSpPr txBox="1">
            <a:spLocks noGrp="1"/>
          </p:cNvSpPr>
          <p:nvPr>
            <p:ph type="subTitle" idx="1"/>
          </p:nvPr>
        </p:nvSpPr>
        <p:spPr>
          <a:xfrm>
            <a:off x="1667589" y="2052955"/>
            <a:ext cx="2904411" cy="78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hlink"/>
              </a:buClr>
              <a:buSzPts val="1100"/>
              <a:buFont typeface="Arial"/>
              <a:buNone/>
            </a:pPr>
            <a:r>
              <a:rPr lang="fr-FR" dirty="0"/>
              <a:t>Gamme étendue de visualisations personnalisables. Intégration aisée avec d'autres outils Microsoft.</a:t>
            </a:r>
            <a:endParaRPr dirty="0"/>
          </a:p>
        </p:txBody>
      </p:sp>
      <p:sp>
        <p:nvSpPr>
          <p:cNvPr id="689" name="Google Shape;689;p41"/>
          <p:cNvSpPr txBox="1">
            <a:spLocks noGrp="1"/>
          </p:cNvSpPr>
          <p:nvPr>
            <p:ph type="title" idx="2"/>
          </p:nvPr>
        </p:nvSpPr>
        <p:spPr>
          <a:xfrm>
            <a:off x="5144188" y="2484688"/>
            <a:ext cx="2230500" cy="443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TABLEAU</a:t>
            </a:r>
            <a:endParaRPr dirty="0"/>
          </a:p>
        </p:txBody>
      </p:sp>
      <p:sp>
        <p:nvSpPr>
          <p:cNvPr id="690" name="Google Shape;690;p41"/>
          <p:cNvSpPr txBox="1">
            <a:spLocks noGrp="1"/>
          </p:cNvSpPr>
          <p:nvPr>
            <p:ph type="subTitle" idx="3"/>
          </p:nvPr>
        </p:nvSpPr>
        <p:spPr>
          <a:xfrm>
            <a:off x="5213775" y="3091076"/>
            <a:ext cx="2751580" cy="78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hlink"/>
              </a:buClr>
              <a:buSzPts val="1100"/>
              <a:buFont typeface="Arial"/>
              <a:buNone/>
            </a:pPr>
            <a:r>
              <a:rPr lang="fr-FR" dirty="0"/>
              <a:t>Réputation solide pour la création de visualisations complexes et détaillées.</a:t>
            </a:r>
            <a:endParaRPr dirty="0"/>
          </a:p>
        </p:txBody>
      </p:sp>
      <p:sp>
        <p:nvSpPr>
          <p:cNvPr id="691" name="Google Shape;691;p41"/>
          <p:cNvSpPr txBox="1">
            <a:spLocks noGrp="1"/>
          </p:cNvSpPr>
          <p:nvPr>
            <p:ph type="title" idx="4"/>
          </p:nvPr>
        </p:nvSpPr>
        <p:spPr>
          <a:xfrm>
            <a:off x="714300" y="553450"/>
            <a:ext cx="7715400" cy="60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Fonctionnalités de visualisation</a:t>
            </a:r>
            <a:endParaRPr dirty="0"/>
          </a:p>
        </p:txBody>
      </p:sp>
      <p:cxnSp>
        <p:nvCxnSpPr>
          <p:cNvPr id="692" name="Google Shape;692;p41"/>
          <p:cNvCxnSpPr/>
          <p:nvPr/>
        </p:nvCxnSpPr>
        <p:spPr>
          <a:xfrm>
            <a:off x="1834521" y="2075713"/>
            <a:ext cx="2051100" cy="0"/>
          </a:xfrm>
          <a:prstGeom prst="straightConnector1">
            <a:avLst/>
          </a:prstGeom>
          <a:noFill/>
          <a:ln w="9525" cap="flat" cmpd="sng">
            <a:solidFill>
              <a:schemeClr val="dk1"/>
            </a:solidFill>
            <a:prstDash val="solid"/>
            <a:round/>
            <a:headEnd type="none" w="med" len="med"/>
            <a:tailEnd type="none" w="med" len="med"/>
          </a:ln>
        </p:spPr>
      </p:cxnSp>
      <p:sp>
        <p:nvSpPr>
          <p:cNvPr id="693" name="Google Shape;693;p41"/>
          <p:cNvSpPr/>
          <p:nvPr/>
        </p:nvSpPr>
        <p:spPr>
          <a:xfrm>
            <a:off x="713983" y="1798633"/>
            <a:ext cx="876544" cy="876452"/>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41"/>
          <p:cNvSpPr/>
          <p:nvPr/>
        </p:nvSpPr>
        <p:spPr>
          <a:xfrm>
            <a:off x="7553473" y="2835033"/>
            <a:ext cx="876544" cy="876452"/>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95" name="Google Shape;695;p41"/>
          <p:cNvCxnSpPr/>
          <p:nvPr/>
        </p:nvCxnSpPr>
        <p:spPr>
          <a:xfrm>
            <a:off x="5239075" y="3112125"/>
            <a:ext cx="2074800" cy="0"/>
          </a:xfrm>
          <a:prstGeom prst="straightConnector1">
            <a:avLst/>
          </a:prstGeom>
          <a:noFill/>
          <a:ln w="9525" cap="flat" cmpd="sng">
            <a:solidFill>
              <a:schemeClr val="dk1"/>
            </a:solidFill>
            <a:prstDash val="solid"/>
            <a:round/>
            <a:headEnd type="none" w="med" len="med"/>
            <a:tailEnd type="none" w="med" len="med"/>
          </a:ln>
        </p:spPr>
      </p:cxnSp>
      <p:sp>
        <p:nvSpPr>
          <p:cNvPr id="696" name="Google Shape;696;p41"/>
          <p:cNvSpPr txBox="1"/>
          <p:nvPr/>
        </p:nvSpPr>
        <p:spPr>
          <a:xfrm>
            <a:off x="7062300" y="212749"/>
            <a:ext cx="1367400" cy="300900"/>
          </a:xfrm>
          <a:prstGeom prst="rect">
            <a:avLst/>
          </a:prstGeom>
          <a:noFill/>
          <a:ln>
            <a:noFill/>
          </a:ln>
        </p:spPr>
        <p:txBody>
          <a:bodyPr spcFirstLastPara="1" wrap="square" lIns="91425" tIns="91425" rIns="0" bIns="91425" anchor="ctr" anchorCtr="0">
            <a:noAutofit/>
          </a:bodyPr>
          <a:lstStyle/>
          <a:p>
            <a:pPr marL="0" lvl="0" indent="0" algn="r" rtl="0">
              <a:spcBef>
                <a:spcPts val="0"/>
              </a:spcBef>
              <a:spcAft>
                <a:spcPts val="0"/>
              </a:spcAft>
              <a:buNone/>
            </a:pPr>
            <a:r>
              <a:rPr lang="en">
                <a:solidFill>
                  <a:schemeClr val="lt2"/>
                </a:solidFill>
                <a:latin typeface="Bebas Neue"/>
                <a:ea typeface="Bebas Neue"/>
                <a:cs typeface="Bebas Neue"/>
                <a:sym typeface="Bebas Neue"/>
              </a:rPr>
              <a:t>Data ANALYSIS</a:t>
            </a:r>
            <a:endParaRPr>
              <a:solidFill>
                <a:schemeClr val="lt2"/>
              </a:solidFill>
            </a:endParaRPr>
          </a:p>
        </p:txBody>
      </p:sp>
      <p:sp>
        <p:nvSpPr>
          <p:cNvPr id="697" name="Google Shape;697;p41"/>
          <p:cNvSpPr/>
          <p:nvPr/>
        </p:nvSpPr>
        <p:spPr>
          <a:xfrm rot="7198710">
            <a:off x="820086" y="3368814"/>
            <a:ext cx="630918" cy="627700"/>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8" name="Google Shape;698;p41"/>
          <p:cNvGrpSpPr/>
          <p:nvPr/>
        </p:nvGrpSpPr>
        <p:grpSpPr>
          <a:xfrm>
            <a:off x="7466519" y="1006366"/>
            <a:ext cx="953591" cy="334099"/>
            <a:chOff x="2271950" y="2722775"/>
            <a:chExt cx="575875" cy="201775"/>
          </a:xfrm>
        </p:grpSpPr>
        <p:sp>
          <p:nvSpPr>
            <p:cNvPr id="699" name="Google Shape;699;p41"/>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41"/>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41"/>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41"/>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41"/>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4" name="Google Shape;704;p41"/>
          <p:cNvSpPr/>
          <p:nvPr/>
        </p:nvSpPr>
        <p:spPr>
          <a:xfrm>
            <a:off x="2039925" y="3252576"/>
            <a:ext cx="262479" cy="262448"/>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41"/>
          <p:cNvSpPr/>
          <p:nvPr/>
        </p:nvSpPr>
        <p:spPr>
          <a:xfrm>
            <a:off x="2842313" y="3913300"/>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41"/>
          <p:cNvSpPr/>
          <p:nvPr/>
        </p:nvSpPr>
        <p:spPr>
          <a:xfrm>
            <a:off x="5239075" y="1543894"/>
            <a:ext cx="107827" cy="107819"/>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41"/>
          <p:cNvSpPr/>
          <p:nvPr/>
        </p:nvSpPr>
        <p:spPr>
          <a:xfrm>
            <a:off x="7873188" y="1652043"/>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41"/>
          <p:cNvSpPr/>
          <p:nvPr/>
        </p:nvSpPr>
        <p:spPr>
          <a:xfrm>
            <a:off x="6836438" y="1006378"/>
            <a:ext cx="416654" cy="491569"/>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41"/>
          <p:cNvSpPr/>
          <p:nvPr/>
        </p:nvSpPr>
        <p:spPr>
          <a:xfrm>
            <a:off x="8084327" y="1910863"/>
            <a:ext cx="335779" cy="396117"/>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41"/>
          <p:cNvSpPr/>
          <p:nvPr/>
        </p:nvSpPr>
        <p:spPr>
          <a:xfrm>
            <a:off x="4261262" y="3832453"/>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41"/>
          <p:cNvSpPr/>
          <p:nvPr/>
        </p:nvSpPr>
        <p:spPr>
          <a:xfrm rot="-1685758">
            <a:off x="2484228" y="3761797"/>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41"/>
          <p:cNvSpPr/>
          <p:nvPr/>
        </p:nvSpPr>
        <p:spPr>
          <a:xfrm>
            <a:off x="7253088" y="706863"/>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41"/>
          <p:cNvSpPr/>
          <p:nvPr/>
        </p:nvSpPr>
        <p:spPr>
          <a:xfrm rot="-1685758">
            <a:off x="5822966" y="826209"/>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41"/>
          <p:cNvSpPr/>
          <p:nvPr/>
        </p:nvSpPr>
        <p:spPr>
          <a:xfrm>
            <a:off x="6236062" y="1367453"/>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41"/>
          <p:cNvSpPr/>
          <p:nvPr/>
        </p:nvSpPr>
        <p:spPr>
          <a:xfrm>
            <a:off x="3526488" y="4290943"/>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41"/>
          <p:cNvSpPr/>
          <p:nvPr/>
        </p:nvSpPr>
        <p:spPr>
          <a:xfrm>
            <a:off x="4261262" y="2374792"/>
            <a:ext cx="621486" cy="647845"/>
          </a:xfrm>
          <a:prstGeom prst="rect">
            <a:avLst/>
          </a:prstGeom>
        </p:spPr>
        <p:txBody>
          <a:bodyPr>
            <a:prstTxWarp prst="textPlain">
              <a:avLst/>
            </a:prstTxWarp>
          </a:bodyPr>
          <a:lstStyle/>
          <a:p>
            <a:pPr lvl="0" algn="ctr"/>
            <a:r>
              <a:rPr b="0" i="0">
                <a:ln w="9525" cap="flat" cmpd="sng">
                  <a:solidFill>
                    <a:schemeClr val="dk1"/>
                  </a:solidFill>
                  <a:prstDash val="solid"/>
                  <a:round/>
                  <a:headEnd type="none" w="sm" len="sm"/>
                  <a:tailEnd type="none" w="sm" len="sm"/>
                </a:ln>
                <a:noFill/>
                <a:latin typeface="Bebas Neue"/>
              </a:rPr>
              <a:t>VS</a:t>
            </a:r>
          </a:p>
        </p:txBody>
      </p:sp>
      <p:sp>
        <p:nvSpPr>
          <p:cNvPr id="717" name="Google Shape;717;p41"/>
          <p:cNvSpPr/>
          <p:nvPr/>
        </p:nvSpPr>
        <p:spPr>
          <a:xfrm rot="7201932">
            <a:off x="1199737" y="4051715"/>
            <a:ext cx="371928" cy="370031"/>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41"/>
          <p:cNvSpPr/>
          <p:nvPr/>
        </p:nvSpPr>
        <p:spPr>
          <a:xfrm>
            <a:off x="2057089" y="4182499"/>
            <a:ext cx="107827" cy="108460"/>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41">
            <a:hlinkClick r:id="" action="ppaction://hlinkshowjump?jump=nextslide"/>
          </p:cNvPr>
          <p:cNvSpPr/>
          <p:nvPr/>
        </p:nvSpPr>
        <p:spPr>
          <a:xfrm rot="5400000">
            <a:off x="821542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41">
            <a:hlinkClick r:id="" action="ppaction://hlinkshowjump?jump=previousslide"/>
          </p:cNvPr>
          <p:cNvSpPr/>
          <p:nvPr/>
        </p:nvSpPr>
        <p:spPr>
          <a:xfrm rot="-5400000" flipH="1">
            <a:off x="73197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1">
            <a:hlinkClick r:id="rId3" action="ppaction://hlinksldjump"/>
          </p:cNvPr>
          <p:cNvSpPr txBox="1"/>
          <p:nvPr/>
        </p:nvSpPr>
        <p:spPr>
          <a:xfrm>
            <a:off x="92245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MENU</a:t>
            </a:r>
            <a:endParaRPr sz="1000">
              <a:solidFill>
                <a:schemeClr val="dk1"/>
              </a:solidFill>
              <a:latin typeface="Bebas Neue"/>
              <a:ea typeface="Bebas Neue"/>
              <a:cs typeface="Bebas Neue"/>
              <a:sym typeface="Bebas Neue"/>
            </a:endParaRPr>
          </a:p>
        </p:txBody>
      </p:sp>
      <p:sp>
        <p:nvSpPr>
          <p:cNvPr id="732" name="Google Shape;732;p41">
            <a:hlinkClick r:id="rId4" action="ppaction://hlinksldjump"/>
          </p:cNvPr>
          <p:cNvSpPr txBox="1"/>
          <p:nvPr/>
        </p:nvSpPr>
        <p:spPr>
          <a:xfrm>
            <a:off x="151793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ANALYSIS</a:t>
            </a:r>
            <a:endParaRPr sz="1000">
              <a:solidFill>
                <a:schemeClr val="dk1"/>
              </a:solidFill>
              <a:latin typeface="Bebas Neue"/>
              <a:ea typeface="Bebas Neue"/>
              <a:cs typeface="Bebas Neue"/>
              <a:sym typeface="Bebas Neue"/>
            </a:endParaRPr>
          </a:p>
        </p:txBody>
      </p:sp>
      <p:sp>
        <p:nvSpPr>
          <p:cNvPr id="733" name="Google Shape;733;p41">
            <a:hlinkClick r:id="" action="ppaction://noaction"/>
          </p:cNvPr>
          <p:cNvSpPr txBox="1"/>
          <p:nvPr/>
        </p:nvSpPr>
        <p:spPr>
          <a:xfrm>
            <a:off x="211341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CONTACT</a:t>
            </a:r>
            <a:endParaRPr sz="1000">
              <a:solidFill>
                <a:schemeClr val="dk1"/>
              </a:solidFill>
              <a:latin typeface="Bebas Neue"/>
              <a:ea typeface="Bebas Neue"/>
              <a:cs typeface="Bebas Neue"/>
              <a:sym typeface="Bebas Neue"/>
            </a:endParaRPr>
          </a:p>
        </p:txBody>
      </p:sp>
      <p:grpSp>
        <p:nvGrpSpPr>
          <p:cNvPr id="734" name="Google Shape;734;p41"/>
          <p:cNvGrpSpPr/>
          <p:nvPr/>
        </p:nvGrpSpPr>
        <p:grpSpPr>
          <a:xfrm>
            <a:off x="706038" y="312972"/>
            <a:ext cx="140222" cy="140409"/>
            <a:chOff x="2741000" y="199475"/>
            <a:chExt cx="191953" cy="192210"/>
          </a:xfrm>
        </p:grpSpPr>
        <p:sp>
          <p:nvSpPr>
            <p:cNvPr id="735" name="Google Shape;735;p41"/>
            <p:cNvSpPr/>
            <p:nvPr/>
          </p:nvSpPr>
          <p:spPr>
            <a:xfrm>
              <a:off x="2741000"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41"/>
            <p:cNvSpPr/>
            <p:nvPr/>
          </p:nvSpPr>
          <p:spPr>
            <a:xfrm>
              <a:off x="2741000"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41"/>
            <p:cNvSpPr/>
            <p:nvPr/>
          </p:nvSpPr>
          <p:spPr>
            <a:xfrm>
              <a:off x="2741000"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41"/>
            <p:cNvSpPr/>
            <p:nvPr/>
          </p:nvSpPr>
          <p:spPr>
            <a:xfrm>
              <a:off x="2815215"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41"/>
            <p:cNvSpPr/>
            <p:nvPr/>
          </p:nvSpPr>
          <p:spPr>
            <a:xfrm>
              <a:off x="2815215"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41"/>
            <p:cNvSpPr/>
            <p:nvPr/>
          </p:nvSpPr>
          <p:spPr>
            <a:xfrm>
              <a:off x="2815215"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41"/>
            <p:cNvSpPr/>
            <p:nvPr/>
          </p:nvSpPr>
          <p:spPr>
            <a:xfrm>
              <a:off x="2889453"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41"/>
            <p:cNvSpPr/>
            <p:nvPr/>
          </p:nvSpPr>
          <p:spPr>
            <a:xfrm>
              <a:off x="2889453"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41"/>
            <p:cNvSpPr/>
            <p:nvPr/>
          </p:nvSpPr>
          <p:spPr>
            <a:xfrm>
              <a:off x="2889453"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4" name="Google Shape;744;p41">
            <a:hlinkClick r:id="rId5" action="ppaction://hlinksldjump"/>
          </p:cNvPr>
          <p:cNvSpPr/>
          <p:nvPr/>
        </p:nvSpPr>
        <p:spPr>
          <a:xfrm>
            <a:off x="669500" y="276525"/>
            <a:ext cx="213300" cy="21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 name="Google Shape;2362;p69">
            <a:extLst>
              <a:ext uri="{FF2B5EF4-FFF2-40B4-BE49-F238E27FC236}">
                <a16:creationId xmlns:a16="http://schemas.microsoft.com/office/drawing/2014/main" id="{3EE8B983-1E99-46FE-89FF-0A23275F93C0}"/>
              </a:ext>
            </a:extLst>
          </p:cNvPr>
          <p:cNvGrpSpPr/>
          <p:nvPr/>
        </p:nvGrpSpPr>
        <p:grpSpPr>
          <a:xfrm>
            <a:off x="922450" y="1986489"/>
            <a:ext cx="423970" cy="438759"/>
            <a:chOff x="726183" y="1770972"/>
            <a:chExt cx="422955" cy="437708"/>
          </a:xfrm>
          <a:solidFill>
            <a:schemeClr val="bg1"/>
          </a:solidFill>
        </p:grpSpPr>
        <p:sp>
          <p:nvSpPr>
            <p:cNvPr id="61" name="Google Shape;2363;p69">
              <a:extLst>
                <a:ext uri="{FF2B5EF4-FFF2-40B4-BE49-F238E27FC236}">
                  <a16:creationId xmlns:a16="http://schemas.microsoft.com/office/drawing/2014/main" id="{16FEECCC-2EF2-4875-BCEE-E89062D078D6}"/>
                </a:ext>
              </a:extLst>
            </p:cNvPr>
            <p:cNvSpPr/>
            <p:nvPr/>
          </p:nvSpPr>
          <p:spPr>
            <a:xfrm>
              <a:off x="726183" y="1834957"/>
              <a:ext cx="422955" cy="373723"/>
            </a:xfrm>
            <a:custGeom>
              <a:avLst/>
              <a:gdLst/>
              <a:ahLst/>
              <a:cxnLst/>
              <a:rect l="l" t="t" r="r" b="b"/>
              <a:pathLst>
                <a:path w="20928" h="18492" extrusionOk="0">
                  <a:moveTo>
                    <a:pt x="630" y="0"/>
                  </a:moveTo>
                  <a:cubicBezTo>
                    <a:pt x="285" y="0"/>
                    <a:pt x="1" y="285"/>
                    <a:pt x="1" y="650"/>
                  </a:cubicBezTo>
                  <a:lnTo>
                    <a:pt x="1" y="17862"/>
                  </a:lnTo>
                  <a:cubicBezTo>
                    <a:pt x="1" y="18207"/>
                    <a:pt x="285" y="18492"/>
                    <a:pt x="630" y="18492"/>
                  </a:cubicBezTo>
                  <a:lnTo>
                    <a:pt x="20299" y="18492"/>
                  </a:lnTo>
                  <a:cubicBezTo>
                    <a:pt x="20644" y="18492"/>
                    <a:pt x="20928" y="18207"/>
                    <a:pt x="20928" y="17862"/>
                  </a:cubicBezTo>
                  <a:cubicBezTo>
                    <a:pt x="20928" y="17497"/>
                    <a:pt x="20644" y="17213"/>
                    <a:pt x="20299" y="17213"/>
                  </a:cubicBezTo>
                  <a:lnTo>
                    <a:pt x="19649" y="17213"/>
                  </a:lnTo>
                  <a:lnTo>
                    <a:pt x="19649" y="3593"/>
                  </a:lnTo>
                  <a:cubicBezTo>
                    <a:pt x="19649" y="3370"/>
                    <a:pt x="19466" y="3187"/>
                    <a:pt x="19243" y="3187"/>
                  </a:cubicBezTo>
                  <a:lnTo>
                    <a:pt x="18066" y="3187"/>
                  </a:lnTo>
                  <a:cubicBezTo>
                    <a:pt x="17843" y="3187"/>
                    <a:pt x="17640" y="3370"/>
                    <a:pt x="17640" y="3593"/>
                  </a:cubicBezTo>
                  <a:lnTo>
                    <a:pt x="17640" y="17213"/>
                  </a:lnTo>
                  <a:lnTo>
                    <a:pt x="16381" y="17213"/>
                  </a:lnTo>
                  <a:lnTo>
                    <a:pt x="16381" y="8728"/>
                  </a:lnTo>
                  <a:cubicBezTo>
                    <a:pt x="16381" y="8485"/>
                    <a:pt x="16198" y="8302"/>
                    <a:pt x="15955" y="8302"/>
                  </a:cubicBezTo>
                  <a:lnTo>
                    <a:pt x="14798" y="8302"/>
                  </a:lnTo>
                  <a:cubicBezTo>
                    <a:pt x="14554" y="8302"/>
                    <a:pt x="14372" y="8485"/>
                    <a:pt x="14372" y="8728"/>
                  </a:cubicBezTo>
                  <a:lnTo>
                    <a:pt x="14372" y="17213"/>
                  </a:lnTo>
                  <a:lnTo>
                    <a:pt x="13113" y="17213"/>
                  </a:lnTo>
                  <a:lnTo>
                    <a:pt x="13113" y="12280"/>
                  </a:lnTo>
                  <a:cubicBezTo>
                    <a:pt x="13113" y="12037"/>
                    <a:pt x="12910" y="11854"/>
                    <a:pt x="12687" y="11854"/>
                  </a:cubicBezTo>
                  <a:lnTo>
                    <a:pt x="11510" y="11854"/>
                  </a:lnTo>
                  <a:cubicBezTo>
                    <a:pt x="11286" y="11854"/>
                    <a:pt x="11104" y="12037"/>
                    <a:pt x="11104" y="12280"/>
                  </a:cubicBezTo>
                  <a:lnTo>
                    <a:pt x="11104" y="17213"/>
                  </a:lnTo>
                  <a:lnTo>
                    <a:pt x="9825" y="17213"/>
                  </a:lnTo>
                  <a:lnTo>
                    <a:pt x="9825" y="8668"/>
                  </a:lnTo>
                  <a:cubicBezTo>
                    <a:pt x="9825" y="8444"/>
                    <a:pt x="9642" y="8262"/>
                    <a:pt x="9399" y="8262"/>
                  </a:cubicBezTo>
                  <a:lnTo>
                    <a:pt x="8242" y="8262"/>
                  </a:lnTo>
                  <a:cubicBezTo>
                    <a:pt x="7998" y="8262"/>
                    <a:pt x="7816" y="8444"/>
                    <a:pt x="7816" y="8668"/>
                  </a:cubicBezTo>
                  <a:lnTo>
                    <a:pt x="7816" y="17213"/>
                  </a:lnTo>
                  <a:lnTo>
                    <a:pt x="6557" y="17213"/>
                  </a:lnTo>
                  <a:lnTo>
                    <a:pt x="6557" y="12280"/>
                  </a:lnTo>
                  <a:cubicBezTo>
                    <a:pt x="6557" y="12037"/>
                    <a:pt x="6354" y="11854"/>
                    <a:pt x="6131" y="11854"/>
                  </a:cubicBezTo>
                  <a:lnTo>
                    <a:pt x="4974" y="11854"/>
                  </a:lnTo>
                  <a:cubicBezTo>
                    <a:pt x="4730" y="11854"/>
                    <a:pt x="4548" y="12037"/>
                    <a:pt x="4548" y="12280"/>
                  </a:cubicBezTo>
                  <a:lnTo>
                    <a:pt x="4548" y="17213"/>
                  </a:lnTo>
                  <a:lnTo>
                    <a:pt x="3269" y="17213"/>
                  </a:lnTo>
                  <a:lnTo>
                    <a:pt x="3269" y="15508"/>
                  </a:lnTo>
                  <a:cubicBezTo>
                    <a:pt x="3269" y="15285"/>
                    <a:pt x="3086" y="15082"/>
                    <a:pt x="2863" y="15082"/>
                  </a:cubicBezTo>
                  <a:lnTo>
                    <a:pt x="1259" y="15082"/>
                  </a:lnTo>
                  <a:lnTo>
                    <a:pt x="1259" y="650"/>
                  </a:lnTo>
                  <a:cubicBezTo>
                    <a:pt x="1259" y="285"/>
                    <a:pt x="975" y="0"/>
                    <a:pt x="6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2364;p69">
              <a:extLst>
                <a:ext uri="{FF2B5EF4-FFF2-40B4-BE49-F238E27FC236}">
                  <a16:creationId xmlns:a16="http://schemas.microsoft.com/office/drawing/2014/main" id="{6A45C389-508F-43FA-94C9-1970D15F687F}"/>
                </a:ext>
              </a:extLst>
            </p:cNvPr>
            <p:cNvSpPr/>
            <p:nvPr/>
          </p:nvSpPr>
          <p:spPr>
            <a:xfrm>
              <a:off x="775818" y="1770972"/>
              <a:ext cx="342964" cy="191571"/>
            </a:xfrm>
            <a:custGeom>
              <a:avLst/>
              <a:gdLst/>
              <a:ahLst/>
              <a:cxnLst/>
              <a:rect l="l" t="t" r="r" b="b"/>
              <a:pathLst>
                <a:path w="16970" h="9479" extrusionOk="0">
                  <a:moveTo>
                    <a:pt x="14250" y="0"/>
                  </a:moveTo>
                  <a:cubicBezTo>
                    <a:pt x="13905" y="0"/>
                    <a:pt x="13621" y="284"/>
                    <a:pt x="13621" y="629"/>
                  </a:cubicBezTo>
                  <a:cubicBezTo>
                    <a:pt x="13621" y="995"/>
                    <a:pt x="13905" y="1279"/>
                    <a:pt x="14250" y="1279"/>
                  </a:cubicBezTo>
                  <a:lnTo>
                    <a:pt x="14798" y="1279"/>
                  </a:lnTo>
                  <a:lnTo>
                    <a:pt x="9033" y="7023"/>
                  </a:lnTo>
                  <a:lnTo>
                    <a:pt x="5360" y="4100"/>
                  </a:lnTo>
                  <a:cubicBezTo>
                    <a:pt x="5237" y="4006"/>
                    <a:pt x="5093" y="3960"/>
                    <a:pt x="4951" y="3960"/>
                  </a:cubicBezTo>
                  <a:cubicBezTo>
                    <a:pt x="4787" y="3960"/>
                    <a:pt x="4627" y="4021"/>
                    <a:pt x="4507" y="4141"/>
                  </a:cubicBezTo>
                  <a:lnTo>
                    <a:pt x="245" y="8403"/>
                  </a:lnTo>
                  <a:cubicBezTo>
                    <a:pt x="1" y="8647"/>
                    <a:pt x="1" y="9053"/>
                    <a:pt x="245" y="9296"/>
                  </a:cubicBezTo>
                  <a:cubicBezTo>
                    <a:pt x="366" y="9418"/>
                    <a:pt x="529" y="9479"/>
                    <a:pt x="691" y="9479"/>
                  </a:cubicBezTo>
                  <a:cubicBezTo>
                    <a:pt x="853" y="9479"/>
                    <a:pt x="1016" y="9418"/>
                    <a:pt x="1138" y="9296"/>
                  </a:cubicBezTo>
                  <a:lnTo>
                    <a:pt x="4994" y="5440"/>
                  </a:lnTo>
                  <a:lnTo>
                    <a:pt x="8688" y="8383"/>
                  </a:lnTo>
                  <a:cubicBezTo>
                    <a:pt x="8808" y="8475"/>
                    <a:pt x="8949" y="8521"/>
                    <a:pt x="9088" y="8521"/>
                  </a:cubicBezTo>
                  <a:cubicBezTo>
                    <a:pt x="9255" y="8521"/>
                    <a:pt x="9419" y="8455"/>
                    <a:pt x="9541" y="8322"/>
                  </a:cubicBezTo>
                  <a:lnTo>
                    <a:pt x="15691" y="2172"/>
                  </a:lnTo>
                  <a:lnTo>
                    <a:pt x="15691" y="2720"/>
                  </a:lnTo>
                  <a:cubicBezTo>
                    <a:pt x="15691" y="3065"/>
                    <a:pt x="15975" y="3349"/>
                    <a:pt x="16341" y="3349"/>
                  </a:cubicBezTo>
                  <a:cubicBezTo>
                    <a:pt x="16686" y="3349"/>
                    <a:pt x="16970" y="3065"/>
                    <a:pt x="16970" y="2720"/>
                  </a:cubicBezTo>
                  <a:lnTo>
                    <a:pt x="16970" y="629"/>
                  </a:lnTo>
                  <a:cubicBezTo>
                    <a:pt x="16970" y="284"/>
                    <a:pt x="16686" y="0"/>
                    <a:pt x="1634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 name="Google Shape;2560;p69">
            <a:extLst>
              <a:ext uri="{FF2B5EF4-FFF2-40B4-BE49-F238E27FC236}">
                <a16:creationId xmlns:a16="http://schemas.microsoft.com/office/drawing/2014/main" id="{C72FFF37-5359-49BC-9C57-B59C26F21AD7}"/>
              </a:ext>
            </a:extLst>
          </p:cNvPr>
          <p:cNvGrpSpPr/>
          <p:nvPr/>
        </p:nvGrpSpPr>
        <p:grpSpPr>
          <a:xfrm>
            <a:off x="7765769" y="3042018"/>
            <a:ext cx="439184" cy="438516"/>
            <a:chOff x="4342641" y="2969041"/>
            <a:chExt cx="438133" cy="437466"/>
          </a:xfrm>
          <a:solidFill>
            <a:schemeClr val="bg1"/>
          </a:solidFill>
        </p:grpSpPr>
        <p:sp>
          <p:nvSpPr>
            <p:cNvPr id="64" name="Google Shape;2561;p69">
              <a:extLst>
                <a:ext uri="{FF2B5EF4-FFF2-40B4-BE49-F238E27FC236}">
                  <a16:creationId xmlns:a16="http://schemas.microsoft.com/office/drawing/2014/main" id="{DF8C3C2D-36CE-4EF1-A4F0-EB9F2F4CABB9}"/>
                </a:ext>
              </a:extLst>
            </p:cNvPr>
            <p:cNvSpPr/>
            <p:nvPr/>
          </p:nvSpPr>
          <p:spPr>
            <a:xfrm>
              <a:off x="4453816" y="3078721"/>
              <a:ext cx="216207" cy="216207"/>
            </a:xfrm>
            <a:custGeom>
              <a:avLst/>
              <a:gdLst/>
              <a:ahLst/>
              <a:cxnLst/>
              <a:rect l="l" t="t" r="r" b="b"/>
              <a:pathLst>
                <a:path w="10698" h="10698" extrusionOk="0">
                  <a:moveTo>
                    <a:pt x="5318" y="1"/>
                  </a:moveTo>
                  <a:cubicBezTo>
                    <a:pt x="2396" y="21"/>
                    <a:pt x="0" y="2416"/>
                    <a:pt x="0" y="5359"/>
                  </a:cubicBezTo>
                  <a:cubicBezTo>
                    <a:pt x="0" y="8302"/>
                    <a:pt x="2416" y="10698"/>
                    <a:pt x="5359" y="10698"/>
                  </a:cubicBezTo>
                  <a:cubicBezTo>
                    <a:pt x="8302" y="10698"/>
                    <a:pt x="10697" y="8302"/>
                    <a:pt x="10697" y="5359"/>
                  </a:cubicBezTo>
                  <a:cubicBezTo>
                    <a:pt x="10697" y="2416"/>
                    <a:pt x="8302" y="1"/>
                    <a:pt x="535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2562;p69">
              <a:extLst>
                <a:ext uri="{FF2B5EF4-FFF2-40B4-BE49-F238E27FC236}">
                  <a16:creationId xmlns:a16="http://schemas.microsoft.com/office/drawing/2014/main" id="{5D3967A5-2CEF-4547-A7CA-170F88D098DA}"/>
                </a:ext>
              </a:extLst>
            </p:cNvPr>
            <p:cNvSpPr/>
            <p:nvPr/>
          </p:nvSpPr>
          <p:spPr>
            <a:xfrm>
              <a:off x="4342641" y="2969041"/>
              <a:ext cx="206769" cy="357656"/>
            </a:xfrm>
            <a:custGeom>
              <a:avLst/>
              <a:gdLst/>
              <a:ahLst/>
              <a:cxnLst/>
              <a:rect l="l" t="t" r="r" b="b"/>
              <a:pathLst>
                <a:path w="10231" h="17697" extrusionOk="0">
                  <a:moveTo>
                    <a:pt x="9599" y="0"/>
                  </a:moveTo>
                  <a:cubicBezTo>
                    <a:pt x="9566" y="0"/>
                    <a:pt x="9533" y="3"/>
                    <a:pt x="9500" y="8"/>
                  </a:cubicBezTo>
                  <a:cubicBezTo>
                    <a:pt x="4081" y="678"/>
                    <a:pt x="1" y="5306"/>
                    <a:pt x="1" y="10786"/>
                  </a:cubicBezTo>
                  <a:cubicBezTo>
                    <a:pt x="1" y="13222"/>
                    <a:pt x="792" y="15536"/>
                    <a:pt x="2274" y="17444"/>
                  </a:cubicBezTo>
                  <a:cubicBezTo>
                    <a:pt x="2406" y="17609"/>
                    <a:pt x="2598" y="17697"/>
                    <a:pt x="2789" y="17697"/>
                  </a:cubicBezTo>
                  <a:cubicBezTo>
                    <a:pt x="2949" y="17697"/>
                    <a:pt x="3108" y="17635"/>
                    <a:pt x="3228" y="17505"/>
                  </a:cubicBezTo>
                  <a:lnTo>
                    <a:pt x="5359" y="15394"/>
                  </a:lnTo>
                  <a:cubicBezTo>
                    <a:pt x="5583" y="15171"/>
                    <a:pt x="5603" y="14825"/>
                    <a:pt x="5420" y="14562"/>
                  </a:cubicBezTo>
                  <a:cubicBezTo>
                    <a:pt x="4649" y="13466"/>
                    <a:pt x="4243" y="12146"/>
                    <a:pt x="4243" y="10786"/>
                  </a:cubicBezTo>
                  <a:cubicBezTo>
                    <a:pt x="4243" y="7559"/>
                    <a:pt x="6537" y="4819"/>
                    <a:pt x="9703" y="4271"/>
                  </a:cubicBezTo>
                  <a:cubicBezTo>
                    <a:pt x="10008" y="4210"/>
                    <a:pt x="10231" y="3946"/>
                    <a:pt x="10231" y="3642"/>
                  </a:cubicBezTo>
                  <a:lnTo>
                    <a:pt x="10231" y="637"/>
                  </a:lnTo>
                  <a:cubicBezTo>
                    <a:pt x="10231" y="285"/>
                    <a:pt x="9943" y="0"/>
                    <a:pt x="959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2563;p69">
              <a:extLst>
                <a:ext uri="{FF2B5EF4-FFF2-40B4-BE49-F238E27FC236}">
                  <a16:creationId xmlns:a16="http://schemas.microsoft.com/office/drawing/2014/main" id="{250C275D-4B3B-47B0-BCE2-1005C84C0BD4}"/>
                </a:ext>
              </a:extLst>
            </p:cNvPr>
            <p:cNvSpPr/>
            <p:nvPr/>
          </p:nvSpPr>
          <p:spPr>
            <a:xfrm>
              <a:off x="4574833" y="2969041"/>
              <a:ext cx="205940" cy="204869"/>
            </a:xfrm>
            <a:custGeom>
              <a:avLst/>
              <a:gdLst/>
              <a:ahLst/>
              <a:cxnLst/>
              <a:rect l="l" t="t" r="r" b="b"/>
              <a:pathLst>
                <a:path w="10190" h="10137" extrusionOk="0">
                  <a:moveTo>
                    <a:pt x="632" y="0"/>
                  </a:moveTo>
                  <a:cubicBezTo>
                    <a:pt x="288" y="0"/>
                    <a:pt x="0" y="285"/>
                    <a:pt x="0" y="637"/>
                  </a:cubicBezTo>
                  <a:lnTo>
                    <a:pt x="0" y="3642"/>
                  </a:lnTo>
                  <a:cubicBezTo>
                    <a:pt x="0" y="3946"/>
                    <a:pt x="224" y="4210"/>
                    <a:pt x="528" y="4271"/>
                  </a:cubicBezTo>
                  <a:cubicBezTo>
                    <a:pt x="3248" y="4738"/>
                    <a:pt x="5399" y="6889"/>
                    <a:pt x="5887" y="9629"/>
                  </a:cubicBezTo>
                  <a:cubicBezTo>
                    <a:pt x="5947" y="9934"/>
                    <a:pt x="6211" y="10137"/>
                    <a:pt x="6516" y="10137"/>
                  </a:cubicBezTo>
                  <a:lnTo>
                    <a:pt x="9520" y="10137"/>
                  </a:lnTo>
                  <a:cubicBezTo>
                    <a:pt x="9906" y="10137"/>
                    <a:pt x="10190" y="9812"/>
                    <a:pt x="10149" y="9426"/>
                  </a:cubicBezTo>
                  <a:cubicBezTo>
                    <a:pt x="9865" y="7052"/>
                    <a:pt x="8749" y="4798"/>
                    <a:pt x="7044" y="3093"/>
                  </a:cubicBezTo>
                  <a:cubicBezTo>
                    <a:pt x="5359" y="1388"/>
                    <a:pt x="3106" y="292"/>
                    <a:pt x="731" y="8"/>
                  </a:cubicBezTo>
                  <a:cubicBezTo>
                    <a:pt x="698" y="3"/>
                    <a:pt x="665" y="0"/>
                    <a:pt x="63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2564;p69">
              <a:extLst>
                <a:ext uri="{FF2B5EF4-FFF2-40B4-BE49-F238E27FC236}">
                  <a16:creationId xmlns:a16="http://schemas.microsoft.com/office/drawing/2014/main" id="{75E647E3-14D1-475C-9226-35E19A99825A}"/>
                </a:ext>
              </a:extLst>
            </p:cNvPr>
            <p:cNvSpPr/>
            <p:nvPr/>
          </p:nvSpPr>
          <p:spPr>
            <a:xfrm>
              <a:off x="4420591" y="3199738"/>
              <a:ext cx="360183" cy="206769"/>
            </a:xfrm>
            <a:custGeom>
              <a:avLst/>
              <a:gdLst/>
              <a:ahLst/>
              <a:cxnLst/>
              <a:rect l="l" t="t" r="r" b="b"/>
              <a:pathLst>
                <a:path w="17822" h="10231" extrusionOk="0">
                  <a:moveTo>
                    <a:pt x="14148" y="1"/>
                  </a:moveTo>
                  <a:cubicBezTo>
                    <a:pt x="13843" y="1"/>
                    <a:pt x="13579" y="224"/>
                    <a:pt x="13519" y="528"/>
                  </a:cubicBezTo>
                  <a:cubicBezTo>
                    <a:pt x="12971" y="3695"/>
                    <a:pt x="10210" y="5988"/>
                    <a:pt x="7003" y="5988"/>
                  </a:cubicBezTo>
                  <a:cubicBezTo>
                    <a:pt x="5643" y="5988"/>
                    <a:pt x="4324" y="5582"/>
                    <a:pt x="3207" y="4791"/>
                  </a:cubicBezTo>
                  <a:cubicBezTo>
                    <a:pt x="3102" y="4720"/>
                    <a:pt x="2977" y="4684"/>
                    <a:pt x="2851" y="4684"/>
                  </a:cubicBezTo>
                  <a:cubicBezTo>
                    <a:pt x="2687" y="4684"/>
                    <a:pt x="2522" y="4746"/>
                    <a:pt x="2395" y="4872"/>
                  </a:cubicBezTo>
                  <a:lnTo>
                    <a:pt x="285" y="7003"/>
                  </a:lnTo>
                  <a:cubicBezTo>
                    <a:pt x="0" y="7267"/>
                    <a:pt x="21" y="7714"/>
                    <a:pt x="325" y="7937"/>
                  </a:cubicBezTo>
                  <a:cubicBezTo>
                    <a:pt x="2253" y="9439"/>
                    <a:pt x="4567" y="10230"/>
                    <a:pt x="7003" y="10230"/>
                  </a:cubicBezTo>
                  <a:cubicBezTo>
                    <a:pt x="12483" y="10230"/>
                    <a:pt x="17111" y="6151"/>
                    <a:pt x="17781" y="711"/>
                  </a:cubicBezTo>
                  <a:cubicBezTo>
                    <a:pt x="17822" y="346"/>
                    <a:pt x="17538" y="1"/>
                    <a:pt x="1715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949958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87"/>
                                        </p:tgtEl>
                                        <p:attrNameLst>
                                          <p:attrName>style.visibility</p:attrName>
                                        </p:attrNameLst>
                                      </p:cBhvr>
                                      <p:to>
                                        <p:strVal val="visible"/>
                                      </p:to>
                                    </p:set>
                                    <p:animEffect transition="in" filter="barn(inVertical)">
                                      <p:cBhvr>
                                        <p:cTn id="7" dur="500"/>
                                        <p:tgtEl>
                                          <p:spTgt spid="687"/>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88">
                                            <p:txEl>
                                              <p:pRg st="0" end="0"/>
                                            </p:txEl>
                                          </p:spTgt>
                                        </p:tgtEl>
                                        <p:attrNameLst>
                                          <p:attrName>style.visibility</p:attrName>
                                        </p:attrNameLst>
                                      </p:cBhvr>
                                      <p:to>
                                        <p:strVal val="visible"/>
                                      </p:to>
                                    </p:set>
                                    <p:animEffect transition="in" filter="barn(inVertical)">
                                      <p:cBhvr>
                                        <p:cTn id="10" dur="500"/>
                                        <p:tgtEl>
                                          <p:spTgt spid="688">
                                            <p:txEl>
                                              <p:pRg st="0" end="0"/>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692"/>
                                        </p:tgtEl>
                                        <p:attrNameLst>
                                          <p:attrName>style.visibility</p:attrName>
                                        </p:attrNameLst>
                                      </p:cBhvr>
                                      <p:to>
                                        <p:strVal val="visible"/>
                                      </p:to>
                                    </p:set>
                                    <p:animEffect transition="in" filter="barn(inVertical)">
                                      <p:cBhvr>
                                        <p:cTn id="13" dur="500"/>
                                        <p:tgtEl>
                                          <p:spTgt spid="692"/>
                                        </p:tgtEl>
                                      </p:cBhvr>
                                    </p:animEffect>
                                  </p:childTnLst>
                                </p:cTn>
                              </p:par>
                              <p:par>
                                <p:cTn id="14" presetID="16" presetClass="entr" presetSubtype="21" fill="hold" nodeType="withEffect">
                                  <p:stCondLst>
                                    <p:cond delay="0"/>
                                  </p:stCondLst>
                                  <p:childTnLst>
                                    <p:set>
                                      <p:cBhvr>
                                        <p:cTn id="15" dur="1" fill="hold">
                                          <p:stCondLst>
                                            <p:cond delay="0"/>
                                          </p:stCondLst>
                                        </p:cTn>
                                        <p:tgtEl>
                                          <p:spTgt spid="60"/>
                                        </p:tgtEl>
                                        <p:attrNameLst>
                                          <p:attrName>style.visibility</p:attrName>
                                        </p:attrNameLst>
                                      </p:cBhvr>
                                      <p:to>
                                        <p:strVal val="visible"/>
                                      </p:to>
                                    </p:set>
                                    <p:animEffect transition="in" filter="barn(inVertical)">
                                      <p:cBhvr>
                                        <p:cTn id="16" dur="500"/>
                                        <p:tgtEl>
                                          <p:spTgt spid="60"/>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689"/>
                                        </p:tgtEl>
                                        <p:attrNameLst>
                                          <p:attrName>style.visibility</p:attrName>
                                        </p:attrNameLst>
                                      </p:cBhvr>
                                      <p:to>
                                        <p:strVal val="visible"/>
                                      </p:to>
                                    </p:set>
                                    <p:animEffect transition="in" filter="barn(inVertical)">
                                      <p:cBhvr>
                                        <p:cTn id="21" dur="500"/>
                                        <p:tgtEl>
                                          <p:spTgt spid="689"/>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690">
                                            <p:txEl>
                                              <p:pRg st="0" end="0"/>
                                            </p:txEl>
                                          </p:spTgt>
                                        </p:tgtEl>
                                        <p:attrNameLst>
                                          <p:attrName>style.visibility</p:attrName>
                                        </p:attrNameLst>
                                      </p:cBhvr>
                                      <p:to>
                                        <p:strVal val="visible"/>
                                      </p:to>
                                    </p:set>
                                    <p:animEffect transition="in" filter="barn(inVertical)">
                                      <p:cBhvr>
                                        <p:cTn id="24" dur="500"/>
                                        <p:tgtEl>
                                          <p:spTgt spid="690">
                                            <p:txEl>
                                              <p:pRg st="0" end="0"/>
                                            </p:txEl>
                                          </p:spTgt>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694"/>
                                        </p:tgtEl>
                                        <p:attrNameLst>
                                          <p:attrName>style.visibility</p:attrName>
                                        </p:attrNameLst>
                                      </p:cBhvr>
                                      <p:to>
                                        <p:strVal val="visible"/>
                                      </p:to>
                                    </p:set>
                                    <p:animEffect transition="in" filter="barn(inVertical)">
                                      <p:cBhvr>
                                        <p:cTn id="27" dur="500"/>
                                        <p:tgtEl>
                                          <p:spTgt spid="694"/>
                                        </p:tgtEl>
                                      </p:cBhvr>
                                    </p:animEffect>
                                  </p:childTnLst>
                                </p:cTn>
                              </p:par>
                              <p:par>
                                <p:cTn id="28" presetID="16" presetClass="entr" presetSubtype="21" fill="hold" nodeType="withEffect">
                                  <p:stCondLst>
                                    <p:cond delay="0"/>
                                  </p:stCondLst>
                                  <p:childTnLst>
                                    <p:set>
                                      <p:cBhvr>
                                        <p:cTn id="29" dur="1" fill="hold">
                                          <p:stCondLst>
                                            <p:cond delay="0"/>
                                          </p:stCondLst>
                                        </p:cTn>
                                        <p:tgtEl>
                                          <p:spTgt spid="695"/>
                                        </p:tgtEl>
                                        <p:attrNameLst>
                                          <p:attrName>style.visibility</p:attrName>
                                        </p:attrNameLst>
                                      </p:cBhvr>
                                      <p:to>
                                        <p:strVal val="visible"/>
                                      </p:to>
                                    </p:set>
                                    <p:animEffect transition="in" filter="barn(inVertical)">
                                      <p:cBhvr>
                                        <p:cTn id="30" dur="500"/>
                                        <p:tgtEl>
                                          <p:spTgt spid="695"/>
                                        </p:tgtEl>
                                      </p:cBhvr>
                                    </p:animEffect>
                                  </p:childTnLst>
                                </p:cTn>
                              </p:par>
                              <p:par>
                                <p:cTn id="31" presetID="16" presetClass="entr" presetSubtype="21" fill="hold" nodeType="withEffect">
                                  <p:stCondLst>
                                    <p:cond delay="0"/>
                                  </p:stCondLst>
                                  <p:childTnLst>
                                    <p:set>
                                      <p:cBhvr>
                                        <p:cTn id="32" dur="1" fill="hold">
                                          <p:stCondLst>
                                            <p:cond delay="0"/>
                                          </p:stCondLst>
                                        </p:cTn>
                                        <p:tgtEl>
                                          <p:spTgt spid="63"/>
                                        </p:tgtEl>
                                        <p:attrNameLst>
                                          <p:attrName>style.visibility</p:attrName>
                                        </p:attrNameLst>
                                      </p:cBhvr>
                                      <p:to>
                                        <p:strVal val="visible"/>
                                      </p:to>
                                    </p:set>
                                    <p:animEffect transition="in" filter="barn(inVertical)">
                                      <p:cBhvr>
                                        <p:cTn id="33"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7" grpId="0"/>
      <p:bldP spid="688" grpId="0" build="p"/>
      <p:bldP spid="689" grpId="0"/>
      <p:bldP spid="690" grpId="0" build="p"/>
      <p:bldP spid="69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41"/>
          <p:cNvSpPr txBox="1">
            <a:spLocks noGrp="1"/>
          </p:cNvSpPr>
          <p:nvPr>
            <p:ph type="title"/>
          </p:nvPr>
        </p:nvSpPr>
        <p:spPr>
          <a:xfrm>
            <a:off x="1773725" y="1448288"/>
            <a:ext cx="2230500" cy="44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Power BI </a:t>
            </a:r>
          </a:p>
        </p:txBody>
      </p:sp>
      <p:sp>
        <p:nvSpPr>
          <p:cNvPr id="688" name="Google Shape;688;p41"/>
          <p:cNvSpPr txBox="1">
            <a:spLocks noGrp="1"/>
          </p:cNvSpPr>
          <p:nvPr>
            <p:ph type="subTitle" idx="1"/>
          </p:nvPr>
        </p:nvSpPr>
        <p:spPr>
          <a:xfrm>
            <a:off x="1667589" y="2052955"/>
            <a:ext cx="2332233" cy="78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hlink"/>
              </a:buClr>
              <a:buSzPts val="1100"/>
              <a:buFont typeface="Arial"/>
              <a:buNone/>
            </a:pPr>
            <a:r>
              <a:rPr lang="fr-FR" dirty="0"/>
              <a:t>Intégration native avec les produits Microsoft et une compatibilité étendue.</a:t>
            </a:r>
            <a:endParaRPr dirty="0"/>
          </a:p>
        </p:txBody>
      </p:sp>
      <p:sp>
        <p:nvSpPr>
          <p:cNvPr id="689" name="Google Shape;689;p41"/>
          <p:cNvSpPr txBox="1">
            <a:spLocks noGrp="1"/>
          </p:cNvSpPr>
          <p:nvPr>
            <p:ph type="title" idx="2"/>
          </p:nvPr>
        </p:nvSpPr>
        <p:spPr>
          <a:xfrm>
            <a:off x="5812306" y="2447019"/>
            <a:ext cx="1562382" cy="443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TABLEAU</a:t>
            </a:r>
            <a:endParaRPr dirty="0"/>
          </a:p>
        </p:txBody>
      </p:sp>
      <p:sp>
        <p:nvSpPr>
          <p:cNvPr id="690" name="Google Shape;690;p41"/>
          <p:cNvSpPr txBox="1">
            <a:spLocks noGrp="1"/>
          </p:cNvSpPr>
          <p:nvPr>
            <p:ph type="subTitle" idx="3"/>
          </p:nvPr>
        </p:nvSpPr>
        <p:spPr>
          <a:xfrm>
            <a:off x="5193092" y="3091076"/>
            <a:ext cx="2313485" cy="78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hlink"/>
              </a:buClr>
              <a:buSzPts val="1100"/>
              <a:buFont typeface="Arial"/>
              <a:buNone/>
            </a:pPr>
            <a:r>
              <a:rPr lang="fr-FR" dirty="0"/>
              <a:t>Options avancées pour intégrer des ensembles de données complexes.</a:t>
            </a:r>
          </a:p>
        </p:txBody>
      </p:sp>
      <p:sp>
        <p:nvSpPr>
          <p:cNvPr id="691" name="Google Shape;691;p41"/>
          <p:cNvSpPr txBox="1">
            <a:spLocks noGrp="1"/>
          </p:cNvSpPr>
          <p:nvPr>
            <p:ph type="title" idx="4"/>
          </p:nvPr>
        </p:nvSpPr>
        <p:spPr>
          <a:xfrm>
            <a:off x="714300" y="553450"/>
            <a:ext cx="7715400" cy="60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Connectivité aux sources de données</a:t>
            </a:r>
            <a:endParaRPr dirty="0"/>
          </a:p>
        </p:txBody>
      </p:sp>
      <p:cxnSp>
        <p:nvCxnSpPr>
          <p:cNvPr id="692" name="Google Shape;692;p41"/>
          <p:cNvCxnSpPr/>
          <p:nvPr/>
        </p:nvCxnSpPr>
        <p:spPr>
          <a:xfrm>
            <a:off x="1834521" y="2075713"/>
            <a:ext cx="2051100" cy="0"/>
          </a:xfrm>
          <a:prstGeom prst="straightConnector1">
            <a:avLst/>
          </a:prstGeom>
          <a:noFill/>
          <a:ln w="9525" cap="flat" cmpd="sng">
            <a:solidFill>
              <a:schemeClr val="dk1"/>
            </a:solidFill>
            <a:prstDash val="solid"/>
            <a:round/>
            <a:headEnd type="none" w="med" len="med"/>
            <a:tailEnd type="none" w="med" len="med"/>
          </a:ln>
        </p:spPr>
      </p:cxnSp>
      <p:sp>
        <p:nvSpPr>
          <p:cNvPr id="693" name="Google Shape;693;p41"/>
          <p:cNvSpPr/>
          <p:nvPr/>
        </p:nvSpPr>
        <p:spPr>
          <a:xfrm>
            <a:off x="714297" y="1792267"/>
            <a:ext cx="876544" cy="876452"/>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41"/>
          <p:cNvSpPr/>
          <p:nvPr/>
        </p:nvSpPr>
        <p:spPr>
          <a:xfrm>
            <a:off x="7553155" y="2834755"/>
            <a:ext cx="876544" cy="876452"/>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95" name="Google Shape;695;p41"/>
          <p:cNvCxnSpPr/>
          <p:nvPr/>
        </p:nvCxnSpPr>
        <p:spPr>
          <a:xfrm>
            <a:off x="5239075" y="3112125"/>
            <a:ext cx="2074800" cy="0"/>
          </a:xfrm>
          <a:prstGeom prst="straightConnector1">
            <a:avLst/>
          </a:prstGeom>
          <a:noFill/>
          <a:ln w="9525" cap="flat" cmpd="sng">
            <a:solidFill>
              <a:schemeClr val="dk1"/>
            </a:solidFill>
            <a:prstDash val="solid"/>
            <a:round/>
            <a:headEnd type="none" w="med" len="med"/>
            <a:tailEnd type="none" w="med" len="med"/>
          </a:ln>
        </p:spPr>
      </p:cxnSp>
      <p:sp>
        <p:nvSpPr>
          <p:cNvPr id="696" name="Google Shape;696;p41"/>
          <p:cNvSpPr txBox="1"/>
          <p:nvPr/>
        </p:nvSpPr>
        <p:spPr>
          <a:xfrm>
            <a:off x="7062300" y="212749"/>
            <a:ext cx="1367400" cy="300900"/>
          </a:xfrm>
          <a:prstGeom prst="rect">
            <a:avLst/>
          </a:prstGeom>
          <a:noFill/>
          <a:ln>
            <a:noFill/>
          </a:ln>
        </p:spPr>
        <p:txBody>
          <a:bodyPr spcFirstLastPara="1" wrap="square" lIns="91425" tIns="91425" rIns="0" bIns="91425" anchor="ctr" anchorCtr="0">
            <a:noAutofit/>
          </a:bodyPr>
          <a:lstStyle/>
          <a:p>
            <a:pPr marL="0" lvl="0" indent="0" algn="r" rtl="0">
              <a:spcBef>
                <a:spcPts val="0"/>
              </a:spcBef>
              <a:spcAft>
                <a:spcPts val="0"/>
              </a:spcAft>
              <a:buNone/>
            </a:pPr>
            <a:r>
              <a:rPr lang="en">
                <a:solidFill>
                  <a:schemeClr val="lt2"/>
                </a:solidFill>
                <a:latin typeface="Bebas Neue"/>
                <a:ea typeface="Bebas Neue"/>
                <a:cs typeface="Bebas Neue"/>
                <a:sym typeface="Bebas Neue"/>
              </a:rPr>
              <a:t>Data ANALYSIS</a:t>
            </a:r>
            <a:endParaRPr>
              <a:solidFill>
                <a:schemeClr val="lt2"/>
              </a:solidFill>
            </a:endParaRPr>
          </a:p>
        </p:txBody>
      </p:sp>
      <p:sp>
        <p:nvSpPr>
          <p:cNvPr id="697" name="Google Shape;697;p41"/>
          <p:cNvSpPr/>
          <p:nvPr/>
        </p:nvSpPr>
        <p:spPr>
          <a:xfrm rot="7198710">
            <a:off x="820086" y="3368814"/>
            <a:ext cx="630918" cy="627700"/>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8" name="Google Shape;698;p41"/>
          <p:cNvGrpSpPr/>
          <p:nvPr/>
        </p:nvGrpSpPr>
        <p:grpSpPr>
          <a:xfrm>
            <a:off x="7466519" y="1006366"/>
            <a:ext cx="953591" cy="334099"/>
            <a:chOff x="2271950" y="2722775"/>
            <a:chExt cx="575875" cy="201775"/>
          </a:xfrm>
        </p:grpSpPr>
        <p:sp>
          <p:nvSpPr>
            <p:cNvPr id="699" name="Google Shape;699;p41"/>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41"/>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41"/>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41"/>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41"/>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4" name="Google Shape;704;p41"/>
          <p:cNvSpPr/>
          <p:nvPr/>
        </p:nvSpPr>
        <p:spPr>
          <a:xfrm>
            <a:off x="2039925" y="3252576"/>
            <a:ext cx="262479" cy="262448"/>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41"/>
          <p:cNvSpPr/>
          <p:nvPr/>
        </p:nvSpPr>
        <p:spPr>
          <a:xfrm>
            <a:off x="2842313" y="3913300"/>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41"/>
          <p:cNvSpPr/>
          <p:nvPr/>
        </p:nvSpPr>
        <p:spPr>
          <a:xfrm>
            <a:off x="5239075" y="1543894"/>
            <a:ext cx="107827" cy="107819"/>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41"/>
          <p:cNvSpPr/>
          <p:nvPr/>
        </p:nvSpPr>
        <p:spPr>
          <a:xfrm>
            <a:off x="7873188" y="1652043"/>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41"/>
          <p:cNvSpPr/>
          <p:nvPr/>
        </p:nvSpPr>
        <p:spPr>
          <a:xfrm>
            <a:off x="6836438" y="1006378"/>
            <a:ext cx="416654" cy="491569"/>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41"/>
          <p:cNvSpPr/>
          <p:nvPr/>
        </p:nvSpPr>
        <p:spPr>
          <a:xfrm>
            <a:off x="8084327" y="1910863"/>
            <a:ext cx="335779" cy="396117"/>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41"/>
          <p:cNvSpPr/>
          <p:nvPr/>
        </p:nvSpPr>
        <p:spPr>
          <a:xfrm>
            <a:off x="4261262" y="3832453"/>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41"/>
          <p:cNvSpPr/>
          <p:nvPr/>
        </p:nvSpPr>
        <p:spPr>
          <a:xfrm rot="-1685758">
            <a:off x="2484228" y="3761797"/>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41"/>
          <p:cNvSpPr/>
          <p:nvPr/>
        </p:nvSpPr>
        <p:spPr>
          <a:xfrm>
            <a:off x="7253088" y="706863"/>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41"/>
          <p:cNvSpPr/>
          <p:nvPr/>
        </p:nvSpPr>
        <p:spPr>
          <a:xfrm rot="-1685758">
            <a:off x="5822966" y="826209"/>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41"/>
          <p:cNvSpPr/>
          <p:nvPr/>
        </p:nvSpPr>
        <p:spPr>
          <a:xfrm>
            <a:off x="6236062" y="1367453"/>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41"/>
          <p:cNvSpPr/>
          <p:nvPr/>
        </p:nvSpPr>
        <p:spPr>
          <a:xfrm>
            <a:off x="3526488" y="4290943"/>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41"/>
          <p:cNvSpPr/>
          <p:nvPr/>
        </p:nvSpPr>
        <p:spPr>
          <a:xfrm>
            <a:off x="4261262" y="2374792"/>
            <a:ext cx="621486" cy="647845"/>
          </a:xfrm>
          <a:prstGeom prst="rect">
            <a:avLst/>
          </a:prstGeom>
        </p:spPr>
        <p:txBody>
          <a:bodyPr>
            <a:prstTxWarp prst="textPlain">
              <a:avLst/>
            </a:prstTxWarp>
          </a:bodyPr>
          <a:lstStyle/>
          <a:p>
            <a:pPr lvl="0" algn="ctr"/>
            <a:r>
              <a:rPr b="0" i="0">
                <a:ln w="9525" cap="flat" cmpd="sng">
                  <a:solidFill>
                    <a:schemeClr val="dk1"/>
                  </a:solidFill>
                  <a:prstDash val="solid"/>
                  <a:round/>
                  <a:headEnd type="none" w="sm" len="sm"/>
                  <a:tailEnd type="none" w="sm" len="sm"/>
                </a:ln>
                <a:noFill/>
                <a:latin typeface="Bebas Neue"/>
              </a:rPr>
              <a:t>VS</a:t>
            </a:r>
          </a:p>
        </p:txBody>
      </p:sp>
      <p:sp>
        <p:nvSpPr>
          <p:cNvPr id="717" name="Google Shape;717;p41"/>
          <p:cNvSpPr/>
          <p:nvPr/>
        </p:nvSpPr>
        <p:spPr>
          <a:xfrm rot="7201932">
            <a:off x="1199737" y="4051715"/>
            <a:ext cx="371928" cy="370031"/>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41"/>
          <p:cNvSpPr/>
          <p:nvPr/>
        </p:nvSpPr>
        <p:spPr>
          <a:xfrm>
            <a:off x="2057089" y="4182499"/>
            <a:ext cx="107827" cy="108460"/>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41">
            <a:hlinkClick r:id="" action="ppaction://hlinkshowjump?jump=nextslide"/>
          </p:cNvPr>
          <p:cNvSpPr/>
          <p:nvPr/>
        </p:nvSpPr>
        <p:spPr>
          <a:xfrm rot="5400000">
            <a:off x="821542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41">
            <a:hlinkClick r:id="" action="ppaction://hlinkshowjump?jump=previousslide"/>
          </p:cNvPr>
          <p:cNvSpPr/>
          <p:nvPr/>
        </p:nvSpPr>
        <p:spPr>
          <a:xfrm rot="-5400000" flipH="1">
            <a:off x="73197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1">
            <a:hlinkClick r:id="rId3" action="ppaction://hlinksldjump"/>
          </p:cNvPr>
          <p:cNvSpPr txBox="1"/>
          <p:nvPr/>
        </p:nvSpPr>
        <p:spPr>
          <a:xfrm>
            <a:off x="92245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MENU</a:t>
            </a:r>
            <a:endParaRPr sz="1000">
              <a:solidFill>
                <a:schemeClr val="dk1"/>
              </a:solidFill>
              <a:latin typeface="Bebas Neue"/>
              <a:ea typeface="Bebas Neue"/>
              <a:cs typeface="Bebas Neue"/>
              <a:sym typeface="Bebas Neue"/>
            </a:endParaRPr>
          </a:p>
        </p:txBody>
      </p:sp>
      <p:sp>
        <p:nvSpPr>
          <p:cNvPr id="732" name="Google Shape;732;p41">
            <a:hlinkClick r:id="" action="ppaction://noaction"/>
          </p:cNvPr>
          <p:cNvSpPr txBox="1"/>
          <p:nvPr/>
        </p:nvSpPr>
        <p:spPr>
          <a:xfrm>
            <a:off x="151793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ANALYSIS</a:t>
            </a:r>
            <a:endParaRPr sz="1000">
              <a:solidFill>
                <a:schemeClr val="dk1"/>
              </a:solidFill>
              <a:latin typeface="Bebas Neue"/>
              <a:ea typeface="Bebas Neue"/>
              <a:cs typeface="Bebas Neue"/>
              <a:sym typeface="Bebas Neue"/>
            </a:endParaRPr>
          </a:p>
        </p:txBody>
      </p:sp>
      <p:sp>
        <p:nvSpPr>
          <p:cNvPr id="733" name="Google Shape;733;p41">
            <a:hlinkClick r:id="" action="ppaction://noaction"/>
          </p:cNvPr>
          <p:cNvSpPr txBox="1"/>
          <p:nvPr/>
        </p:nvSpPr>
        <p:spPr>
          <a:xfrm>
            <a:off x="211341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CONTACT</a:t>
            </a:r>
            <a:endParaRPr sz="1000">
              <a:solidFill>
                <a:schemeClr val="dk1"/>
              </a:solidFill>
              <a:latin typeface="Bebas Neue"/>
              <a:ea typeface="Bebas Neue"/>
              <a:cs typeface="Bebas Neue"/>
              <a:sym typeface="Bebas Neue"/>
            </a:endParaRPr>
          </a:p>
        </p:txBody>
      </p:sp>
      <p:grpSp>
        <p:nvGrpSpPr>
          <p:cNvPr id="734" name="Google Shape;734;p41"/>
          <p:cNvGrpSpPr/>
          <p:nvPr/>
        </p:nvGrpSpPr>
        <p:grpSpPr>
          <a:xfrm>
            <a:off x="706038" y="312972"/>
            <a:ext cx="140222" cy="140409"/>
            <a:chOff x="2741000" y="199475"/>
            <a:chExt cx="191953" cy="192210"/>
          </a:xfrm>
        </p:grpSpPr>
        <p:sp>
          <p:nvSpPr>
            <p:cNvPr id="735" name="Google Shape;735;p41"/>
            <p:cNvSpPr/>
            <p:nvPr/>
          </p:nvSpPr>
          <p:spPr>
            <a:xfrm>
              <a:off x="2741000"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41"/>
            <p:cNvSpPr/>
            <p:nvPr/>
          </p:nvSpPr>
          <p:spPr>
            <a:xfrm>
              <a:off x="2741000"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41"/>
            <p:cNvSpPr/>
            <p:nvPr/>
          </p:nvSpPr>
          <p:spPr>
            <a:xfrm>
              <a:off x="2741000"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41"/>
            <p:cNvSpPr/>
            <p:nvPr/>
          </p:nvSpPr>
          <p:spPr>
            <a:xfrm>
              <a:off x="2815215"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41"/>
            <p:cNvSpPr/>
            <p:nvPr/>
          </p:nvSpPr>
          <p:spPr>
            <a:xfrm>
              <a:off x="2815215"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41"/>
            <p:cNvSpPr/>
            <p:nvPr/>
          </p:nvSpPr>
          <p:spPr>
            <a:xfrm>
              <a:off x="2815215"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41"/>
            <p:cNvSpPr/>
            <p:nvPr/>
          </p:nvSpPr>
          <p:spPr>
            <a:xfrm>
              <a:off x="2889453"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41"/>
            <p:cNvSpPr/>
            <p:nvPr/>
          </p:nvSpPr>
          <p:spPr>
            <a:xfrm>
              <a:off x="2889453"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41"/>
            <p:cNvSpPr/>
            <p:nvPr/>
          </p:nvSpPr>
          <p:spPr>
            <a:xfrm>
              <a:off x="2889453"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4" name="Google Shape;744;p41">
            <a:hlinkClick r:id="rId4" action="ppaction://hlinksldjump"/>
          </p:cNvPr>
          <p:cNvSpPr/>
          <p:nvPr/>
        </p:nvSpPr>
        <p:spPr>
          <a:xfrm>
            <a:off x="669500" y="276525"/>
            <a:ext cx="213300" cy="21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 name="Google Shape;2362;p69">
            <a:extLst>
              <a:ext uri="{FF2B5EF4-FFF2-40B4-BE49-F238E27FC236}">
                <a16:creationId xmlns:a16="http://schemas.microsoft.com/office/drawing/2014/main" id="{F7D56FD4-4C19-4EEF-BEBA-37C873D1F373}"/>
              </a:ext>
            </a:extLst>
          </p:cNvPr>
          <p:cNvGrpSpPr/>
          <p:nvPr/>
        </p:nvGrpSpPr>
        <p:grpSpPr>
          <a:xfrm>
            <a:off x="922450" y="1986489"/>
            <a:ext cx="423970" cy="438759"/>
            <a:chOff x="726183" y="1770972"/>
            <a:chExt cx="422955" cy="437708"/>
          </a:xfrm>
          <a:solidFill>
            <a:schemeClr val="bg1"/>
          </a:solidFill>
        </p:grpSpPr>
        <p:sp>
          <p:nvSpPr>
            <p:cNvPr id="61" name="Google Shape;2363;p69">
              <a:extLst>
                <a:ext uri="{FF2B5EF4-FFF2-40B4-BE49-F238E27FC236}">
                  <a16:creationId xmlns:a16="http://schemas.microsoft.com/office/drawing/2014/main" id="{2C4302A3-B2CB-436C-9933-6EE44B4BEFB1}"/>
                </a:ext>
              </a:extLst>
            </p:cNvPr>
            <p:cNvSpPr/>
            <p:nvPr/>
          </p:nvSpPr>
          <p:spPr>
            <a:xfrm>
              <a:off x="726183" y="1834957"/>
              <a:ext cx="422955" cy="373723"/>
            </a:xfrm>
            <a:custGeom>
              <a:avLst/>
              <a:gdLst/>
              <a:ahLst/>
              <a:cxnLst/>
              <a:rect l="l" t="t" r="r" b="b"/>
              <a:pathLst>
                <a:path w="20928" h="18492" extrusionOk="0">
                  <a:moveTo>
                    <a:pt x="630" y="0"/>
                  </a:moveTo>
                  <a:cubicBezTo>
                    <a:pt x="285" y="0"/>
                    <a:pt x="1" y="285"/>
                    <a:pt x="1" y="650"/>
                  </a:cubicBezTo>
                  <a:lnTo>
                    <a:pt x="1" y="17862"/>
                  </a:lnTo>
                  <a:cubicBezTo>
                    <a:pt x="1" y="18207"/>
                    <a:pt x="285" y="18492"/>
                    <a:pt x="630" y="18492"/>
                  </a:cubicBezTo>
                  <a:lnTo>
                    <a:pt x="20299" y="18492"/>
                  </a:lnTo>
                  <a:cubicBezTo>
                    <a:pt x="20644" y="18492"/>
                    <a:pt x="20928" y="18207"/>
                    <a:pt x="20928" y="17862"/>
                  </a:cubicBezTo>
                  <a:cubicBezTo>
                    <a:pt x="20928" y="17497"/>
                    <a:pt x="20644" y="17213"/>
                    <a:pt x="20299" y="17213"/>
                  </a:cubicBezTo>
                  <a:lnTo>
                    <a:pt x="19649" y="17213"/>
                  </a:lnTo>
                  <a:lnTo>
                    <a:pt x="19649" y="3593"/>
                  </a:lnTo>
                  <a:cubicBezTo>
                    <a:pt x="19649" y="3370"/>
                    <a:pt x="19466" y="3187"/>
                    <a:pt x="19243" y="3187"/>
                  </a:cubicBezTo>
                  <a:lnTo>
                    <a:pt x="18066" y="3187"/>
                  </a:lnTo>
                  <a:cubicBezTo>
                    <a:pt x="17843" y="3187"/>
                    <a:pt x="17640" y="3370"/>
                    <a:pt x="17640" y="3593"/>
                  </a:cubicBezTo>
                  <a:lnTo>
                    <a:pt x="17640" y="17213"/>
                  </a:lnTo>
                  <a:lnTo>
                    <a:pt x="16381" y="17213"/>
                  </a:lnTo>
                  <a:lnTo>
                    <a:pt x="16381" y="8728"/>
                  </a:lnTo>
                  <a:cubicBezTo>
                    <a:pt x="16381" y="8485"/>
                    <a:pt x="16198" y="8302"/>
                    <a:pt x="15955" y="8302"/>
                  </a:cubicBezTo>
                  <a:lnTo>
                    <a:pt x="14798" y="8302"/>
                  </a:lnTo>
                  <a:cubicBezTo>
                    <a:pt x="14554" y="8302"/>
                    <a:pt x="14372" y="8485"/>
                    <a:pt x="14372" y="8728"/>
                  </a:cubicBezTo>
                  <a:lnTo>
                    <a:pt x="14372" y="17213"/>
                  </a:lnTo>
                  <a:lnTo>
                    <a:pt x="13113" y="17213"/>
                  </a:lnTo>
                  <a:lnTo>
                    <a:pt x="13113" y="12280"/>
                  </a:lnTo>
                  <a:cubicBezTo>
                    <a:pt x="13113" y="12037"/>
                    <a:pt x="12910" y="11854"/>
                    <a:pt x="12687" y="11854"/>
                  </a:cubicBezTo>
                  <a:lnTo>
                    <a:pt x="11510" y="11854"/>
                  </a:lnTo>
                  <a:cubicBezTo>
                    <a:pt x="11286" y="11854"/>
                    <a:pt x="11104" y="12037"/>
                    <a:pt x="11104" y="12280"/>
                  </a:cubicBezTo>
                  <a:lnTo>
                    <a:pt x="11104" y="17213"/>
                  </a:lnTo>
                  <a:lnTo>
                    <a:pt x="9825" y="17213"/>
                  </a:lnTo>
                  <a:lnTo>
                    <a:pt x="9825" y="8668"/>
                  </a:lnTo>
                  <a:cubicBezTo>
                    <a:pt x="9825" y="8444"/>
                    <a:pt x="9642" y="8262"/>
                    <a:pt x="9399" y="8262"/>
                  </a:cubicBezTo>
                  <a:lnTo>
                    <a:pt x="8242" y="8262"/>
                  </a:lnTo>
                  <a:cubicBezTo>
                    <a:pt x="7998" y="8262"/>
                    <a:pt x="7816" y="8444"/>
                    <a:pt x="7816" y="8668"/>
                  </a:cubicBezTo>
                  <a:lnTo>
                    <a:pt x="7816" y="17213"/>
                  </a:lnTo>
                  <a:lnTo>
                    <a:pt x="6557" y="17213"/>
                  </a:lnTo>
                  <a:lnTo>
                    <a:pt x="6557" y="12280"/>
                  </a:lnTo>
                  <a:cubicBezTo>
                    <a:pt x="6557" y="12037"/>
                    <a:pt x="6354" y="11854"/>
                    <a:pt x="6131" y="11854"/>
                  </a:cubicBezTo>
                  <a:lnTo>
                    <a:pt x="4974" y="11854"/>
                  </a:lnTo>
                  <a:cubicBezTo>
                    <a:pt x="4730" y="11854"/>
                    <a:pt x="4548" y="12037"/>
                    <a:pt x="4548" y="12280"/>
                  </a:cubicBezTo>
                  <a:lnTo>
                    <a:pt x="4548" y="17213"/>
                  </a:lnTo>
                  <a:lnTo>
                    <a:pt x="3269" y="17213"/>
                  </a:lnTo>
                  <a:lnTo>
                    <a:pt x="3269" y="15508"/>
                  </a:lnTo>
                  <a:cubicBezTo>
                    <a:pt x="3269" y="15285"/>
                    <a:pt x="3086" y="15082"/>
                    <a:pt x="2863" y="15082"/>
                  </a:cubicBezTo>
                  <a:lnTo>
                    <a:pt x="1259" y="15082"/>
                  </a:lnTo>
                  <a:lnTo>
                    <a:pt x="1259" y="650"/>
                  </a:lnTo>
                  <a:cubicBezTo>
                    <a:pt x="1259" y="285"/>
                    <a:pt x="975" y="0"/>
                    <a:pt x="6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2364;p69">
              <a:extLst>
                <a:ext uri="{FF2B5EF4-FFF2-40B4-BE49-F238E27FC236}">
                  <a16:creationId xmlns:a16="http://schemas.microsoft.com/office/drawing/2014/main" id="{D05F432D-F6FE-42B0-8FAE-3EA205E6135A}"/>
                </a:ext>
              </a:extLst>
            </p:cNvPr>
            <p:cNvSpPr/>
            <p:nvPr/>
          </p:nvSpPr>
          <p:spPr>
            <a:xfrm>
              <a:off x="775818" y="1770972"/>
              <a:ext cx="342964" cy="191571"/>
            </a:xfrm>
            <a:custGeom>
              <a:avLst/>
              <a:gdLst/>
              <a:ahLst/>
              <a:cxnLst/>
              <a:rect l="l" t="t" r="r" b="b"/>
              <a:pathLst>
                <a:path w="16970" h="9479" extrusionOk="0">
                  <a:moveTo>
                    <a:pt x="14250" y="0"/>
                  </a:moveTo>
                  <a:cubicBezTo>
                    <a:pt x="13905" y="0"/>
                    <a:pt x="13621" y="284"/>
                    <a:pt x="13621" y="629"/>
                  </a:cubicBezTo>
                  <a:cubicBezTo>
                    <a:pt x="13621" y="995"/>
                    <a:pt x="13905" y="1279"/>
                    <a:pt x="14250" y="1279"/>
                  </a:cubicBezTo>
                  <a:lnTo>
                    <a:pt x="14798" y="1279"/>
                  </a:lnTo>
                  <a:lnTo>
                    <a:pt x="9033" y="7023"/>
                  </a:lnTo>
                  <a:lnTo>
                    <a:pt x="5360" y="4100"/>
                  </a:lnTo>
                  <a:cubicBezTo>
                    <a:pt x="5237" y="4006"/>
                    <a:pt x="5093" y="3960"/>
                    <a:pt x="4951" y="3960"/>
                  </a:cubicBezTo>
                  <a:cubicBezTo>
                    <a:pt x="4787" y="3960"/>
                    <a:pt x="4627" y="4021"/>
                    <a:pt x="4507" y="4141"/>
                  </a:cubicBezTo>
                  <a:lnTo>
                    <a:pt x="245" y="8403"/>
                  </a:lnTo>
                  <a:cubicBezTo>
                    <a:pt x="1" y="8647"/>
                    <a:pt x="1" y="9053"/>
                    <a:pt x="245" y="9296"/>
                  </a:cubicBezTo>
                  <a:cubicBezTo>
                    <a:pt x="366" y="9418"/>
                    <a:pt x="529" y="9479"/>
                    <a:pt x="691" y="9479"/>
                  </a:cubicBezTo>
                  <a:cubicBezTo>
                    <a:pt x="853" y="9479"/>
                    <a:pt x="1016" y="9418"/>
                    <a:pt x="1138" y="9296"/>
                  </a:cubicBezTo>
                  <a:lnTo>
                    <a:pt x="4994" y="5440"/>
                  </a:lnTo>
                  <a:lnTo>
                    <a:pt x="8688" y="8383"/>
                  </a:lnTo>
                  <a:cubicBezTo>
                    <a:pt x="8808" y="8475"/>
                    <a:pt x="8949" y="8521"/>
                    <a:pt x="9088" y="8521"/>
                  </a:cubicBezTo>
                  <a:cubicBezTo>
                    <a:pt x="9255" y="8521"/>
                    <a:pt x="9419" y="8455"/>
                    <a:pt x="9541" y="8322"/>
                  </a:cubicBezTo>
                  <a:lnTo>
                    <a:pt x="15691" y="2172"/>
                  </a:lnTo>
                  <a:lnTo>
                    <a:pt x="15691" y="2720"/>
                  </a:lnTo>
                  <a:cubicBezTo>
                    <a:pt x="15691" y="3065"/>
                    <a:pt x="15975" y="3349"/>
                    <a:pt x="16341" y="3349"/>
                  </a:cubicBezTo>
                  <a:cubicBezTo>
                    <a:pt x="16686" y="3349"/>
                    <a:pt x="16970" y="3065"/>
                    <a:pt x="16970" y="2720"/>
                  </a:cubicBezTo>
                  <a:lnTo>
                    <a:pt x="16970" y="629"/>
                  </a:lnTo>
                  <a:cubicBezTo>
                    <a:pt x="16970" y="284"/>
                    <a:pt x="16686" y="0"/>
                    <a:pt x="1634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 name="Google Shape;2560;p69">
            <a:extLst>
              <a:ext uri="{FF2B5EF4-FFF2-40B4-BE49-F238E27FC236}">
                <a16:creationId xmlns:a16="http://schemas.microsoft.com/office/drawing/2014/main" id="{78DE4B59-F453-4C8F-8880-AE6A5E3F9268}"/>
              </a:ext>
            </a:extLst>
          </p:cNvPr>
          <p:cNvGrpSpPr/>
          <p:nvPr/>
        </p:nvGrpSpPr>
        <p:grpSpPr>
          <a:xfrm>
            <a:off x="7766433" y="3045123"/>
            <a:ext cx="439184" cy="438516"/>
            <a:chOff x="4342641" y="2969041"/>
            <a:chExt cx="438133" cy="437466"/>
          </a:xfrm>
          <a:solidFill>
            <a:schemeClr val="bg1"/>
          </a:solidFill>
        </p:grpSpPr>
        <p:sp>
          <p:nvSpPr>
            <p:cNvPr id="64" name="Google Shape;2561;p69">
              <a:extLst>
                <a:ext uri="{FF2B5EF4-FFF2-40B4-BE49-F238E27FC236}">
                  <a16:creationId xmlns:a16="http://schemas.microsoft.com/office/drawing/2014/main" id="{1E4A58D6-D20E-4181-8C6F-0ECA292E32A6}"/>
                </a:ext>
              </a:extLst>
            </p:cNvPr>
            <p:cNvSpPr/>
            <p:nvPr/>
          </p:nvSpPr>
          <p:spPr>
            <a:xfrm>
              <a:off x="4453816" y="3078721"/>
              <a:ext cx="216207" cy="216207"/>
            </a:xfrm>
            <a:custGeom>
              <a:avLst/>
              <a:gdLst/>
              <a:ahLst/>
              <a:cxnLst/>
              <a:rect l="l" t="t" r="r" b="b"/>
              <a:pathLst>
                <a:path w="10698" h="10698" extrusionOk="0">
                  <a:moveTo>
                    <a:pt x="5318" y="1"/>
                  </a:moveTo>
                  <a:cubicBezTo>
                    <a:pt x="2396" y="21"/>
                    <a:pt x="0" y="2416"/>
                    <a:pt x="0" y="5359"/>
                  </a:cubicBezTo>
                  <a:cubicBezTo>
                    <a:pt x="0" y="8302"/>
                    <a:pt x="2416" y="10698"/>
                    <a:pt x="5359" y="10698"/>
                  </a:cubicBezTo>
                  <a:cubicBezTo>
                    <a:pt x="8302" y="10698"/>
                    <a:pt x="10697" y="8302"/>
                    <a:pt x="10697" y="5359"/>
                  </a:cubicBezTo>
                  <a:cubicBezTo>
                    <a:pt x="10697" y="2416"/>
                    <a:pt x="8302" y="1"/>
                    <a:pt x="535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2562;p69">
              <a:extLst>
                <a:ext uri="{FF2B5EF4-FFF2-40B4-BE49-F238E27FC236}">
                  <a16:creationId xmlns:a16="http://schemas.microsoft.com/office/drawing/2014/main" id="{C449E228-89FF-4163-BBD9-8DA501AFF3D3}"/>
                </a:ext>
              </a:extLst>
            </p:cNvPr>
            <p:cNvSpPr/>
            <p:nvPr/>
          </p:nvSpPr>
          <p:spPr>
            <a:xfrm>
              <a:off x="4342641" y="2969041"/>
              <a:ext cx="206769" cy="357656"/>
            </a:xfrm>
            <a:custGeom>
              <a:avLst/>
              <a:gdLst/>
              <a:ahLst/>
              <a:cxnLst/>
              <a:rect l="l" t="t" r="r" b="b"/>
              <a:pathLst>
                <a:path w="10231" h="17697" extrusionOk="0">
                  <a:moveTo>
                    <a:pt x="9599" y="0"/>
                  </a:moveTo>
                  <a:cubicBezTo>
                    <a:pt x="9566" y="0"/>
                    <a:pt x="9533" y="3"/>
                    <a:pt x="9500" y="8"/>
                  </a:cubicBezTo>
                  <a:cubicBezTo>
                    <a:pt x="4081" y="678"/>
                    <a:pt x="1" y="5306"/>
                    <a:pt x="1" y="10786"/>
                  </a:cubicBezTo>
                  <a:cubicBezTo>
                    <a:pt x="1" y="13222"/>
                    <a:pt x="792" y="15536"/>
                    <a:pt x="2274" y="17444"/>
                  </a:cubicBezTo>
                  <a:cubicBezTo>
                    <a:pt x="2406" y="17609"/>
                    <a:pt x="2598" y="17697"/>
                    <a:pt x="2789" y="17697"/>
                  </a:cubicBezTo>
                  <a:cubicBezTo>
                    <a:pt x="2949" y="17697"/>
                    <a:pt x="3108" y="17635"/>
                    <a:pt x="3228" y="17505"/>
                  </a:cubicBezTo>
                  <a:lnTo>
                    <a:pt x="5359" y="15394"/>
                  </a:lnTo>
                  <a:cubicBezTo>
                    <a:pt x="5583" y="15171"/>
                    <a:pt x="5603" y="14825"/>
                    <a:pt x="5420" y="14562"/>
                  </a:cubicBezTo>
                  <a:cubicBezTo>
                    <a:pt x="4649" y="13466"/>
                    <a:pt x="4243" y="12146"/>
                    <a:pt x="4243" y="10786"/>
                  </a:cubicBezTo>
                  <a:cubicBezTo>
                    <a:pt x="4243" y="7559"/>
                    <a:pt x="6537" y="4819"/>
                    <a:pt x="9703" y="4271"/>
                  </a:cubicBezTo>
                  <a:cubicBezTo>
                    <a:pt x="10008" y="4210"/>
                    <a:pt x="10231" y="3946"/>
                    <a:pt x="10231" y="3642"/>
                  </a:cubicBezTo>
                  <a:lnTo>
                    <a:pt x="10231" y="637"/>
                  </a:lnTo>
                  <a:cubicBezTo>
                    <a:pt x="10231" y="285"/>
                    <a:pt x="9943" y="0"/>
                    <a:pt x="959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2563;p69">
              <a:extLst>
                <a:ext uri="{FF2B5EF4-FFF2-40B4-BE49-F238E27FC236}">
                  <a16:creationId xmlns:a16="http://schemas.microsoft.com/office/drawing/2014/main" id="{3571BC86-961D-4CBF-BF9A-F8C0ED8CF61C}"/>
                </a:ext>
              </a:extLst>
            </p:cNvPr>
            <p:cNvSpPr/>
            <p:nvPr/>
          </p:nvSpPr>
          <p:spPr>
            <a:xfrm>
              <a:off x="4574833" y="2969041"/>
              <a:ext cx="205940" cy="204869"/>
            </a:xfrm>
            <a:custGeom>
              <a:avLst/>
              <a:gdLst/>
              <a:ahLst/>
              <a:cxnLst/>
              <a:rect l="l" t="t" r="r" b="b"/>
              <a:pathLst>
                <a:path w="10190" h="10137" extrusionOk="0">
                  <a:moveTo>
                    <a:pt x="632" y="0"/>
                  </a:moveTo>
                  <a:cubicBezTo>
                    <a:pt x="288" y="0"/>
                    <a:pt x="0" y="285"/>
                    <a:pt x="0" y="637"/>
                  </a:cubicBezTo>
                  <a:lnTo>
                    <a:pt x="0" y="3642"/>
                  </a:lnTo>
                  <a:cubicBezTo>
                    <a:pt x="0" y="3946"/>
                    <a:pt x="224" y="4210"/>
                    <a:pt x="528" y="4271"/>
                  </a:cubicBezTo>
                  <a:cubicBezTo>
                    <a:pt x="3248" y="4738"/>
                    <a:pt x="5399" y="6889"/>
                    <a:pt x="5887" y="9629"/>
                  </a:cubicBezTo>
                  <a:cubicBezTo>
                    <a:pt x="5947" y="9934"/>
                    <a:pt x="6211" y="10137"/>
                    <a:pt x="6516" y="10137"/>
                  </a:cubicBezTo>
                  <a:lnTo>
                    <a:pt x="9520" y="10137"/>
                  </a:lnTo>
                  <a:cubicBezTo>
                    <a:pt x="9906" y="10137"/>
                    <a:pt x="10190" y="9812"/>
                    <a:pt x="10149" y="9426"/>
                  </a:cubicBezTo>
                  <a:cubicBezTo>
                    <a:pt x="9865" y="7052"/>
                    <a:pt x="8749" y="4798"/>
                    <a:pt x="7044" y="3093"/>
                  </a:cubicBezTo>
                  <a:cubicBezTo>
                    <a:pt x="5359" y="1388"/>
                    <a:pt x="3106" y="292"/>
                    <a:pt x="731" y="8"/>
                  </a:cubicBezTo>
                  <a:cubicBezTo>
                    <a:pt x="698" y="3"/>
                    <a:pt x="665" y="0"/>
                    <a:pt x="63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2564;p69">
              <a:extLst>
                <a:ext uri="{FF2B5EF4-FFF2-40B4-BE49-F238E27FC236}">
                  <a16:creationId xmlns:a16="http://schemas.microsoft.com/office/drawing/2014/main" id="{66DDAFFB-F90A-4610-8421-D9131596F29C}"/>
                </a:ext>
              </a:extLst>
            </p:cNvPr>
            <p:cNvSpPr/>
            <p:nvPr/>
          </p:nvSpPr>
          <p:spPr>
            <a:xfrm>
              <a:off x="4420591" y="3199738"/>
              <a:ext cx="360183" cy="206769"/>
            </a:xfrm>
            <a:custGeom>
              <a:avLst/>
              <a:gdLst/>
              <a:ahLst/>
              <a:cxnLst/>
              <a:rect l="l" t="t" r="r" b="b"/>
              <a:pathLst>
                <a:path w="17822" h="10231" extrusionOk="0">
                  <a:moveTo>
                    <a:pt x="14148" y="1"/>
                  </a:moveTo>
                  <a:cubicBezTo>
                    <a:pt x="13843" y="1"/>
                    <a:pt x="13579" y="224"/>
                    <a:pt x="13519" y="528"/>
                  </a:cubicBezTo>
                  <a:cubicBezTo>
                    <a:pt x="12971" y="3695"/>
                    <a:pt x="10210" y="5988"/>
                    <a:pt x="7003" y="5988"/>
                  </a:cubicBezTo>
                  <a:cubicBezTo>
                    <a:pt x="5643" y="5988"/>
                    <a:pt x="4324" y="5582"/>
                    <a:pt x="3207" y="4791"/>
                  </a:cubicBezTo>
                  <a:cubicBezTo>
                    <a:pt x="3102" y="4720"/>
                    <a:pt x="2977" y="4684"/>
                    <a:pt x="2851" y="4684"/>
                  </a:cubicBezTo>
                  <a:cubicBezTo>
                    <a:pt x="2687" y="4684"/>
                    <a:pt x="2522" y="4746"/>
                    <a:pt x="2395" y="4872"/>
                  </a:cubicBezTo>
                  <a:lnTo>
                    <a:pt x="285" y="7003"/>
                  </a:lnTo>
                  <a:cubicBezTo>
                    <a:pt x="0" y="7267"/>
                    <a:pt x="21" y="7714"/>
                    <a:pt x="325" y="7937"/>
                  </a:cubicBezTo>
                  <a:cubicBezTo>
                    <a:pt x="2253" y="9439"/>
                    <a:pt x="4567" y="10230"/>
                    <a:pt x="7003" y="10230"/>
                  </a:cubicBezTo>
                  <a:cubicBezTo>
                    <a:pt x="12483" y="10230"/>
                    <a:pt x="17111" y="6151"/>
                    <a:pt x="17781" y="711"/>
                  </a:cubicBezTo>
                  <a:cubicBezTo>
                    <a:pt x="17822" y="346"/>
                    <a:pt x="17538" y="1"/>
                    <a:pt x="1715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608634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87"/>
                                        </p:tgtEl>
                                        <p:attrNameLst>
                                          <p:attrName>style.visibility</p:attrName>
                                        </p:attrNameLst>
                                      </p:cBhvr>
                                      <p:to>
                                        <p:strVal val="visible"/>
                                      </p:to>
                                    </p:set>
                                    <p:animEffect transition="in" filter="barn(inVertical)">
                                      <p:cBhvr>
                                        <p:cTn id="7" dur="500"/>
                                        <p:tgtEl>
                                          <p:spTgt spid="687"/>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88">
                                            <p:txEl>
                                              <p:pRg st="0" end="0"/>
                                            </p:txEl>
                                          </p:spTgt>
                                        </p:tgtEl>
                                        <p:attrNameLst>
                                          <p:attrName>style.visibility</p:attrName>
                                        </p:attrNameLst>
                                      </p:cBhvr>
                                      <p:to>
                                        <p:strVal val="visible"/>
                                      </p:to>
                                    </p:set>
                                    <p:animEffect transition="in" filter="barn(inVertical)">
                                      <p:cBhvr>
                                        <p:cTn id="10" dur="500"/>
                                        <p:tgtEl>
                                          <p:spTgt spid="688">
                                            <p:txEl>
                                              <p:pRg st="0" end="0"/>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692"/>
                                        </p:tgtEl>
                                        <p:attrNameLst>
                                          <p:attrName>style.visibility</p:attrName>
                                        </p:attrNameLst>
                                      </p:cBhvr>
                                      <p:to>
                                        <p:strVal val="visible"/>
                                      </p:to>
                                    </p:set>
                                    <p:animEffect transition="in" filter="barn(inVertical)">
                                      <p:cBhvr>
                                        <p:cTn id="13" dur="500"/>
                                        <p:tgtEl>
                                          <p:spTgt spid="692"/>
                                        </p:tgtEl>
                                      </p:cBhvr>
                                    </p:animEffect>
                                  </p:childTnLst>
                                </p:cTn>
                              </p:par>
                              <p:par>
                                <p:cTn id="14" presetID="16" presetClass="entr" presetSubtype="21" fill="hold" nodeType="withEffect">
                                  <p:stCondLst>
                                    <p:cond delay="0"/>
                                  </p:stCondLst>
                                  <p:childTnLst>
                                    <p:set>
                                      <p:cBhvr>
                                        <p:cTn id="15" dur="1" fill="hold">
                                          <p:stCondLst>
                                            <p:cond delay="0"/>
                                          </p:stCondLst>
                                        </p:cTn>
                                        <p:tgtEl>
                                          <p:spTgt spid="60"/>
                                        </p:tgtEl>
                                        <p:attrNameLst>
                                          <p:attrName>style.visibility</p:attrName>
                                        </p:attrNameLst>
                                      </p:cBhvr>
                                      <p:to>
                                        <p:strVal val="visible"/>
                                      </p:to>
                                    </p:set>
                                    <p:animEffect transition="in" filter="barn(inVertical)">
                                      <p:cBhvr>
                                        <p:cTn id="16" dur="500"/>
                                        <p:tgtEl>
                                          <p:spTgt spid="60"/>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689"/>
                                        </p:tgtEl>
                                        <p:attrNameLst>
                                          <p:attrName>style.visibility</p:attrName>
                                        </p:attrNameLst>
                                      </p:cBhvr>
                                      <p:to>
                                        <p:strVal val="visible"/>
                                      </p:to>
                                    </p:set>
                                    <p:animEffect transition="in" filter="barn(inVertical)">
                                      <p:cBhvr>
                                        <p:cTn id="21" dur="500"/>
                                        <p:tgtEl>
                                          <p:spTgt spid="689"/>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690">
                                            <p:txEl>
                                              <p:pRg st="0" end="0"/>
                                            </p:txEl>
                                          </p:spTgt>
                                        </p:tgtEl>
                                        <p:attrNameLst>
                                          <p:attrName>style.visibility</p:attrName>
                                        </p:attrNameLst>
                                      </p:cBhvr>
                                      <p:to>
                                        <p:strVal val="visible"/>
                                      </p:to>
                                    </p:set>
                                    <p:animEffect transition="in" filter="barn(inVertical)">
                                      <p:cBhvr>
                                        <p:cTn id="24" dur="500"/>
                                        <p:tgtEl>
                                          <p:spTgt spid="690">
                                            <p:txEl>
                                              <p:pRg st="0" end="0"/>
                                            </p:txEl>
                                          </p:spTgt>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694"/>
                                        </p:tgtEl>
                                        <p:attrNameLst>
                                          <p:attrName>style.visibility</p:attrName>
                                        </p:attrNameLst>
                                      </p:cBhvr>
                                      <p:to>
                                        <p:strVal val="visible"/>
                                      </p:to>
                                    </p:set>
                                    <p:animEffect transition="in" filter="barn(inVertical)">
                                      <p:cBhvr>
                                        <p:cTn id="27" dur="500"/>
                                        <p:tgtEl>
                                          <p:spTgt spid="694"/>
                                        </p:tgtEl>
                                      </p:cBhvr>
                                    </p:animEffect>
                                  </p:childTnLst>
                                </p:cTn>
                              </p:par>
                              <p:par>
                                <p:cTn id="28" presetID="16" presetClass="entr" presetSubtype="21" fill="hold" nodeType="withEffect">
                                  <p:stCondLst>
                                    <p:cond delay="0"/>
                                  </p:stCondLst>
                                  <p:childTnLst>
                                    <p:set>
                                      <p:cBhvr>
                                        <p:cTn id="29" dur="1" fill="hold">
                                          <p:stCondLst>
                                            <p:cond delay="0"/>
                                          </p:stCondLst>
                                        </p:cTn>
                                        <p:tgtEl>
                                          <p:spTgt spid="695"/>
                                        </p:tgtEl>
                                        <p:attrNameLst>
                                          <p:attrName>style.visibility</p:attrName>
                                        </p:attrNameLst>
                                      </p:cBhvr>
                                      <p:to>
                                        <p:strVal val="visible"/>
                                      </p:to>
                                    </p:set>
                                    <p:animEffect transition="in" filter="barn(inVertical)">
                                      <p:cBhvr>
                                        <p:cTn id="30" dur="500"/>
                                        <p:tgtEl>
                                          <p:spTgt spid="695"/>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709"/>
                                        </p:tgtEl>
                                        <p:attrNameLst>
                                          <p:attrName>style.visibility</p:attrName>
                                        </p:attrNameLst>
                                      </p:cBhvr>
                                      <p:to>
                                        <p:strVal val="visible"/>
                                      </p:to>
                                    </p:set>
                                    <p:animEffect transition="in" filter="barn(inVertical)">
                                      <p:cBhvr>
                                        <p:cTn id="33" dur="500"/>
                                        <p:tgtEl>
                                          <p:spTgt spid="709"/>
                                        </p:tgtEl>
                                      </p:cBhvr>
                                    </p:animEffect>
                                  </p:childTnLst>
                                </p:cTn>
                              </p:par>
                              <p:par>
                                <p:cTn id="34" presetID="16" presetClass="entr" presetSubtype="21" fill="hold" nodeType="withEffect">
                                  <p:stCondLst>
                                    <p:cond delay="0"/>
                                  </p:stCondLst>
                                  <p:childTnLst>
                                    <p:set>
                                      <p:cBhvr>
                                        <p:cTn id="35" dur="1" fill="hold">
                                          <p:stCondLst>
                                            <p:cond delay="0"/>
                                          </p:stCondLst>
                                        </p:cTn>
                                        <p:tgtEl>
                                          <p:spTgt spid="63"/>
                                        </p:tgtEl>
                                        <p:attrNameLst>
                                          <p:attrName>style.visibility</p:attrName>
                                        </p:attrNameLst>
                                      </p:cBhvr>
                                      <p:to>
                                        <p:strVal val="visible"/>
                                      </p:to>
                                    </p:set>
                                    <p:animEffect transition="in" filter="barn(inVertical)">
                                      <p:cBhvr>
                                        <p:cTn id="36"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7" grpId="0"/>
      <p:bldP spid="688" grpId="0" build="p"/>
      <p:bldP spid="689" grpId="0"/>
      <p:bldP spid="690" grpId="0" build="p"/>
      <p:bldP spid="694" grpId="0" animBg="1"/>
      <p:bldP spid="70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41"/>
          <p:cNvSpPr txBox="1">
            <a:spLocks noGrp="1"/>
          </p:cNvSpPr>
          <p:nvPr>
            <p:ph type="title"/>
          </p:nvPr>
        </p:nvSpPr>
        <p:spPr>
          <a:xfrm>
            <a:off x="1773725" y="1448288"/>
            <a:ext cx="2230500" cy="44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Power BI </a:t>
            </a:r>
          </a:p>
        </p:txBody>
      </p:sp>
      <p:sp>
        <p:nvSpPr>
          <p:cNvPr id="688" name="Google Shape;688;p41"/>
          <p:cNvSpPr txBox="1">
            <a:spLocks noGrp="1"/>
          </p:cNvSpPr>
          <p:nvPr>
            <p:ph type="subTitle" idx="1"/>
          </p:nvPr>
        </p:nvSpPr>
        <p:spPr>
          <a:xfrm>
            <a:off x="1667589" y="2052955"/>
            <a:ext cx="2593663" cy="78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hlink"/>
              </a:buClr>
              <a:buSzPts val="1100"/>
              <a:buFont typeface="Arial"/>
              <a:buNone/>
            </a:pPr>
            <a:r>
              <a:rPr lang="fr-FR" dirty="0"/>
              <a:t>Offre des versions gratuites et payantes. Des coûts variables en fonction des fonctionnalités</a:t>
            </a:r>
            <a:endParaRPr dirty="0"/>
          </a:p>
        </p:txBody>
      </p:sp>
      <p:sp>
        <p:nvSpPr>
          <p:cNvPr id="689" name="Google Shape;689;p41"/>
          <p:cNvSpPr txBox="1">
            <a:spLocks noGrp="1"/>
          </p:cNvSpPr>
          <p:nvPr>
            <p:ph type="title" idx="2"/>
          </p:nvPr>
        </p:nvSpPr>
        <p:spPr>
          <a:xfrm>
            <a:off x="5697874" y="2484688"/>
            <a:ext cx="1676813" cy="443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TABLEAU</a:t>
            </a:r>
            <a:endParaRPr dirty="0"/>
          </a:p>
        </p:txBody>
      </p:sp>
      <p:sp>
        <p:nvSpPr>
          <p:cNvPr id="690" name="Google Shape;690;p41"/>
          <p:cNvSpPr txBox="1">
            <a:spLocks noGrp="1"/>
          </p:cNvSpPr>
          <p:nvPr>
            <p:ph type="subTitle" idx="3"/>
          </p:nvPr>
        </p:nvSpPr>
        <p:spPr>
          <a:xfrm>
            <a:off x="5193092" y="3091076"/>
            <a:ext cx="2313485" cy="78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hlink"/>
              </a:buClr>
              <a:buSzPts val="1100"/>
              <a:buFont typeface="Arial"/>
              <a:buNone/>
            </a:pPr>
            <a:r>
              <a:rPr lang="fr-FR" dirty="0"/>
              <a:t>Modèles de tarification plus traditionnels avec des coûts initiaux plus élevés. </a:t>
            </a:r>
          </a:p>
        </p:txBody>
      </p:sp>
      <p:sp>
        <p:nvSpPr>
          <p:cNvPr id="691" name="Google Shape;691;p41"/>
          <p:cNvSpPr txBox="1">
            <a:spLocks noGrp="1"/>
          </p:cNvSpPr>
          <p:nvPr>
            <p:ph type="title" idx="4"/>
          </p:nvPr>
        </p:nvSpPr>
        <p:spPr>
          <a:xfrm>
            <a:off x="714300" y="549691"/>
            <a:ext cx="7715400" cy="60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Coût et licence</a:t>
            </a:r>
            <a:endParaRPr dirty="0"/>
          </a:p>
        </p:txBody>
      </p:sp>
      <p:cxnSp>
        <p:nvCxnSpPr>
          <p:cNvPr id="692" name="Google Shape;692;p41"/>
          <p:cNvCxnSpPr/>
          <p:nvPr/>
        </p:nvCxnSpPr>
        <p:spPr>
          <a:xfrm>
            <a:off x="1834521" y="2075713"/>
            <a:ext cx="2051100" cy="0"/>
          </a:xfrm>
          <a:prstGeom prst="straightConnector1">
            <a:avLst/>
          </a:prstGeom>
          <a:noFill/>
          <a:ln w="9525" cap="flat" cmpd="sng">
            <a:solidFill>
              <a:schemeClr val="dk1"/>
            </a:solidFill>
            <a:prstDash val="solid"/>
            <a:round/>
            <a:headEnd type="none" w="med" len="med"/>
            <a:tailEnd type="none" w="med" len="med"/>
          </a:ln>
        </p:spPr>
      </p:cxnSp>
      <p:sp>
        <p:nvSpPr>
          <p:cNvPr id="693" name="Google Shape;693;p41"/>
          <p:cNvSpPr/>
          <p:nvPr/>
        </p:nvSpPr>
        <p:spPr>
          <a:xfrm>
            <a:off x="713983" y="1798633"/>
            <a:ext cx="876544" cy="876452"/>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41"/>
          <p:cNvSpPr/>
          <p:nvPr/>
        </p:nvSpPr>
        <p:spPr>
          <a:xfrm>
            <a:off x="7553473" y="2835033"/>
            <a:ext cx="876544" cy="876452"/>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95" name="Google Shape;695;p41"/>
          <p:cNvCxnSpPr/>
          <p:nvPr/>
        </p:nvCxnSpPr>
        <p:spPr>
          <a:xfrm>
            <a:off x="5239075" y="3112125"/>
            <a:ext cx="2074800" cy="0"/>
          </a:xfrm>
          <a:prstGeom prst="straightConnector1">
            <a:avLst/>
          </a:prstGeom>
          <a:noFill/>
          <a:ln w="9525" cap="flat" cmpd="sng">
            <a:solidFill>
              <a:schemeClr val="dk1"/>
            </a:solidFill>
            <a:prstDash val="solid"/>
            <a:round/>
            <a:headEnd type="none" w="med" len="med"/>
            <a:tailEnd type="none" w="med" len="med"/>
          </a:ln>
        </p:spPr>
      </p:cxnSp>
      <p:sp>
        <p:nvSpPr>
          <p:cNvPr id="696" name="Google Shape;696;p41"/>
          <p:cNvSpPr txBox="1"/>
          <p:nvPr/>
        </p:nvSpPr>
        <p:spPr>
          <a:xfrm>
            <a:off x="7062300" y="212749"/>
            <a:ext cx="1367400" cy="300900"/>
          </a:xfrm>
          <a:prstGeom prst="rect">
            <a:avLst/>
          </a:prstGeom>
          <a:noFill/>
          <a:ln>
            <a:noFill/>
          </a:ln>
        </p:spPr>
        <p:txBody>
          <a:bodyPr spcFirstLastPara="1" wrap="square" lIns="91425" tIns="91425" rIns="0" bIns="91425" anchor="ctr" anchorCtr="0">
            <a:noAutofit/>
          </a:bodyPr>
          <a:lstStyle/>
          <a:p>
            <a:pPr marL="0" lvl="0" indent="0" algn="r" rtl="0">
              <a:spcBef>
                <a:spcPts val="0"/>
              </a:spcBef>
              <a:spcAft>
                <a:spcPts val="0"/>
              </a:spcAft>
              <a:buNone/>
            </a:pPr>
            <a:r>
              <a:rPr lang="en">
                <a:solidFill>
                  <a:schemeClr val="lt2"/>
                </a:solidFill>
                <a:latin typeface="Bebas Neue"/>
                <a:ea typeface="Bebas Neue"/>
                <a:cs typeface="Bebas Neue"/>
                <a:sym typeface="Bebas Neue"/>
              </a:rPr>
              <a:t>Data ANALYSIS</a:t>
            </a:r>
            <a:endParaRPr>
              <a:solidFill>
                <a:schemeClr val="lt2"/>
              </a:solidFill>
            </a:endParaRPr>
          </a:p>
        </p:txBody>
      </p:sp>
      <p:sp>
        <p:nvSpPr>
          <p:cNvPr id="697" name="Google Shape;697;p41"/>
          <p:cNvSpPr/>
          <p:nvPr/>
        </p:nvSpPr>
        <p:spPr>
          <a:xfrm rot="7198710">
            <a:off x="820086" y="3368814"/>
            <a:ext cx="630918" cy="627700"/>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8" name="Google Shape;698;p41"/>
          <p:cNvGrpSpPr/>
          <p:nvPr/>
        </p:nvGrpSpPr>
        <p:grpSpPr>
          <a:xfrm>
            <a:off x="7466519" y="1006366"/>
            <a:ext cx="953591" cy="334099"/>
            <a:chOff x="2271950" y="2722775"/>
            <a:chExt cx="575875" cy="201775"/>
          </a:xfrm>
        </p:grpSpPr>
        <p:sp>
          <p:nvSpPr>
            <p:cNvPr id="699" name="Google Shape;699;p41"/>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41"/>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41"/>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41"/>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41"/>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4" name="Google Shape;704;p41"/>
          <p:cNvSpPr/>
          <p:nvPr/>
        </p:nvSpPr>
        <p:spPr>
          <a:xfrm>
            <a:off x="2039925" y="3252576"/>
            <a:ext cx="262479" cy="262448"/>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41"/>
          <p:cNvSpPr/>
          <p:nvPr/>
        </p:nvSpPr>
        <p:spPr>
          <a:xfrm>
            <a:off x="2842313" y="3913300"/>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41"/>
          <p:cNvSpPr/>
          <p:nvPr/>
        </p:nvSpPr>
        <p:spPr>
          <a:xfrm>
            <a:off x="5239075" y="1543894"/>
            <a:ext cx="107827" cy="107819"/>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41"/>
          <p:cNvSpPr/>
          <p:nvPr/>
        </p:nvSpPr>
        <p:spPr>
          <a:xfrm>
            <a:off x="7873188" y="1652043"/>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41"/>
          <p:cNvSpPr/>
          <p:nvPr/>
        </p:nvSpPr>
        <p:spPr>
          <a:xfrm>
            <a:off x="6836438" y="1006378"/>
            <a:ext cx="416654" cy="491569"/>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41"/>
          <p:cNvSpPr/>
          <p:nvPr/>
        </p:nvSpPr>
        <p:spPr>
          <a:xfrm>
            <a:off x="8084327" y="1910863"/>
            <a:ext cx="335779" cy="396117"/>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41"/>
          <p:cNvSpPr/>
          <p:nvPr/>
        </p:nvSpPr>
        <p:spPr>
          <a:xfrm>
            <a:off x="4261262" y="3832453"/>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41"/>
          <p:cNvSpPr/>
          <p:nvPr/>
        </p:nvSpPr>
        <p:spPr>
          <a:xfrm rot="-1685758">
            <a:off x="2484228" y="3761797"/>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41"/>
          <p:cNvSpPr/>
          <p:nvPr/>
        </p:nvSpPr>
        <p:spPr>
          <a:xfrm>
            <a:off x="7253088" y="706863"/>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41"/>
          <p:cNvSpPr/>
          <p:nvPr/>
        </p:nvSpPr>
        <p:spPr>
          <a:xfrm rot="-1685758">
            <a:off x="5822966" y="826209"/>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41"/>
          <p:cNvSpPr/>
          <p:nvPr/>
        </p:nvSpPr>
        <p:spPr>
          <a:xfrm>
            <a:off x="6236062" y="1367453"/>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41"/>
          <p:cNvSpPr/>
          <p:nvPr/>
        </p:nvSpPr>
        <p:spPr>
          <a:xfrm>
            <a:off x="3526488" y="4290943"/>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41"/>
          <p:cNvSpPr/>
          <p:nvPr/>
        </p:nvSpPr>
        <p:spPr>
          <a:xfrm>
            <a:off x="4261262" y="2374792"/>
            <a:ext cx="621486" cy="647845"/>
          </a:xfrm>
          <a:prstGeom prst="rect">
            <a:avLst/>
          </a:prstGeom>
        </p:spPr>
        <p:txBody>
          <a:bodyPr>
            <a:prstTxWarp prst="textPlain">
              <a:avLst/>
            </a:prstTxWarp>
          </a:bodyPr>
          <a:lstStyle/>
          <a:p>
            <a:pPr lvl="0" algn="ctr"/>
            <a:r>
              <a:rPr b="0" i="0">
                <a:ln w="9525" cap="flat" cmpd="sng">
                  <a:solidFill>
                    <a:schemeClr val="dk1"/>
                  </a:solidFill>
                  <a:prstDash val="solid"/>
                  <a:round/>
                  <a:headEnd type="none" w="sm" len="sm"/>
                  <a:tailEnd type="none" w="sm" len="sm"/>
                </a:ln>
                <a:noFill/>
                <a:latin typeface="Bebas Neue"/>
              </a:rPr>
              <a:t>VS</a:t>
            </a:r>
          </a:p>
        </p:txBody>
      </p:sp>
      <p:sp>
        <p:nvSpPr>
          <p:cNvPr id="717" name="Google Shape;717;p41"/>
          <p:cNvSpPr/>
          <p:nvPr/>
        </p:nvSpPr>
        <p:spPr>
          <a:xfrm rot="7201932">
            <a:off x="1199737" y="4051715"/>
            <a:ext cx="371928" cy="370031"/>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41"/>
          <p:cNvSpPr/>
          <p:nvPr/>
        </p:nvSpPr>
        <p:spPr>
          <a:xfrm>
            <a:off x="2057089" y="4182499"/>
            <a:ext cx="107827" cy="108460"/>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41">
            <a:hlinkClick r:id="" action="ppaction://hlinkshowjump?jump=nextslide"/>
          </p:cNvPr>
          <p:cNvSpPr/>
          <p:nvPr/>
        </p:nvSpPr>
        <p:spPr>
          <a:xfrm rot="5400000">
            <a:off x="821542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41">
            <a:hlinkClick r:id="" action="ppaction://hlinkshowjump?jump=previousslide"/>
          </p:cNvPr>
          <p:cNvSpPr/>
          <p:nvPr/>
        </p:nvSpPr>
        <p:spPr>
          <a:xfrm rot="-5400000" flipH="1">
            <a:off x="73197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1">
            <a:hlinkClick r:id="rId3" action="ppaction://hlinksldjump"/>
          </p:cNvPr>
          <p:cNvSpPr txBox="1"/>
          <p:nvPr/>
        </p:nvSpPr>
        <p:spPr>
          <a:xfrm>
            <a:off x="92245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MENU</a:t>
            </a:r>
            <a:endParaRPr sz="1000">
              <a:solidFill>
                <a:schemeClr val="dk1"/>
              </a:solidFill>
              <a:latin typeface="Bebas Neue"/>
              <a:ea typeface="Bebas Neue"/>
              <a:cs typeface="Bebas Neue"/>
              <a:sym typeface="Bebas Neue"/>
            </a:endParaRPr>
          </a:p>
        </p:txBody>
      </p:sp>
      <p:sp>
        <p:nvSpPr>
          <p:cNvPr id="732" name="Google Shape;732;p41">
            <a:hlinkClick r:id="" action="ppaction://noaction"/>
          </p:cNvPr>
          <p:cNvSpPr txBox="1"/>
          <p:nvPr/>
        </p:nvSpPr>
        <p:spPr>
          <a:xfrm>
            <a:off x="151793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ANALYSIS</a:t>
            </a:r>
            <a:endParaRPr sz="1000">
              <a:solidFill>
                <a:schemeClr val="dk1"/>
              </a:solidFill>
              <a:latin typeface="Bebas Neue"/>
              <a:ea typeface="Bebas Neue"/>
              <a:cs typeface="Bebas Neue"/>
              <a:sym typeface="Bebas Neue"/>
            </a:endParaRPr>
          </a:p>
        </p:txBody>
      </p:sp>
      <p:sp>
        <p:nvSpPr>
          <p:cNvPr id="733" name="Google Shape;733;p41">
            <a:hlinkClick r:id="" action="ppaction://noaction"/>
          </p:cNvPr>
          <p:cNvSpPr txBox="1"/>
          <p:nvPr/>
        </p:nvSpPr>
        <p:spPr>
          <a:xfrm>
            <a:off x="211341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CONTACT</a:t>
            </a:r>
            <a:endParaRPr sz="1000">
              <a:solidFill>
                <a:schemeClr val="dk1"/>
              </a:solidFill>
              <a:latin typeface="Bebas Neue"/>
              <a:ea typeface="Bebas Neue"/>
              <a:cs typeface="Bebas Neue"/>
              <a:sym typeface="Bebas Neue"/>
            </a:endParaRPr>
          </a:p>
        </p:txBody>
      </p:sp>
      <p:grpSp>
        <p:nvGrpSpPr>
          <p:cNvPr id="734" name="Google Shape;734;p41"/>
          <p:cNvGrpSpPr/>
          <p:nvPr/>
        </p:nvGrpSpPr>
        <p:grpSpPr>
          <a:xfrm>
            <a:off x="706038" y="312972"/>
            <a:ext cx="140222" cy="140409"/>
            <a:chOff x="2741000" y="199475"/>
            <a:chExt cx="191953" cy="192210"/>
          </a:xfrm>
        </p:grpSpPr>
        <p:sp>
          <p:nvSpPr>
            <p:cNvPr id="735" name="Google Shape;735;p41"/>
            <p:cNvSpPr/>
            <p:nvPr/>
          </p:nvSpPr>
          <p:spPr>
            <a:xfrm>
              <a:off x="2741000"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41"/>
            <p:cNvSpPr/>
            <p:nvPr/>
          </p:nvSpPr>
          <p:spPr>
            <a:xfrm>
              <a:off x="2741000"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41"/>
            <p:cNvSpPr/>
            <p:nvPr/>
          </p:nvSpPr>
          <p:spPr>
            <a:xfrm>
              <a:off x="2741000"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41"/>
            <p:cNvSpPr/>
            <p:nvPr/>
          </p:nvSpPr>
          <p:spPr>
            <a:xfrm>
              <a:off x="2815215"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41"/>
            <p:cNvSpPr/>
            <p:nvPr/>
          </p:nvSpPr>
          <p:spPr>
            <a:xfrm>
              <a:off x="2815215"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41"/>
            <p:cNvSpPr/>
            <p:nvPr/>
          </p:nvSpPr>
          <p:spPr>
            <a:xfrm>
              <a:off x="2815215"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41"/>
            <p:cNvSpPr/>
            <p:nvPr/>
          </p:nvSpPr>
          <p:spPr>
            <a:xfrm>
              <a:off x="2889453"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41"/>
            <p:cNvSpPr/>
            <p:nvPr/>
          </p:nvSpPr>
          <p:spPr>
            <a:xfrm>
              <a:off x="2889453"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41"/>
            <p:cNvSpPr/>
            <p:nvPr/>
          </p:nvSpPr>
          <p:spPr>
            <a:xfrm>
              <a:off x="2889453"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4" name="Google Shape;744;p41">
            <a:hlinkClick r:id="rId4" action="ppaction://hlinksldjump"/>
          </p:cNvPr>
          <p:cNvSpPr/>
          <p:nvPr/>
        </p:nvSpPr>
        <p:spPr>
          <a:xfrm>
            <a:off x="669500" y="276525"/>
            <a:ext cx="213300" cy="21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 name="Google Shape;2560;p69">
            <a:extLst>
              <a:ext uri="{FF2B5EF4-FFF2-40B4-BE49-F238E27FC236}">
                <a16:creationId xmlns:a16="http://schemas.microsoft.com/office/drawing/2014/main" id="{2E071394-99F5-468E-B596-BAEE7222B312}"/>
              </a:ext>
            </a:extLst>
          </p:cNvPr>
          <p:cNvGrpSpPr/>
          <p:nvPr/>
        </p:nvGrpSpPr>
        <p:grpSpPr>
          <a:xfrm>
            <a:off x="7766433" y="3045123"/>
            <a:ext cx="439184" cy="438516"/>
            <a:chOff x="4342641" y="2969041"/>
            <a:chExt cx="438133" cy="437466"/>
          </a:xfrm>
          <a:solidFill>
            <a:schemeClr val="bg1"/>
          </a:solidFill>
        </p:grpSpPr>
        <p:sp>
          <p:nvSpPr>
            <p:cNvPr id="61" name="Google Shape;2561;p69">
              <a:extLst>
                <a:ext uri="{FF2B5EF4-FFF2-40B4-BE49-F238E27FC236}">
                  <a16:creationId xmlns:a16="http://schemas.microsoft.com/office/drawing/2014/main" id="{95FAA673-6118-4BA5-9B36-A8C2DE90416A}"/>
                </a:ext>
              </a:extLst>
            </p:cNvPr>
            <p:cNvSpPr/>
            <p:nvPr/>
          </p:nvSpPr>
          <p:spPr>
            <a:xfrm>
              <a:off x="4453816" y="3078721"/>
              <a:ext cx="216207" cy="216207"/>
            </a:xfrm>
            <a:custGeom>
              <a:avLst/>
              <a:gdLst/>
              <a:ahLst/>
              <a:cxnLst/>
              <a:rect l="l" t="t" r="r" b="b"/>
              <a:pathLst>
                <a:path w="10698" h="10698" extrusionOk="0">
                  <a:moveTo>
                    <a:pt x="5318" y="1"/>
                  </a:moveTo>
                  <a:cubicBezTo>
                    <a:pt x="2396" y="21"/>
                    <a:pt x="0" y="2416"/>
                    <a:pt x="0" y="5359"/>
                  </a:cubicBezTo>
                  <a:cubicBezTo>
                    <a:pt x="0" y="8302"/>
                    <a:pt x="2416" y="10698"/>
                    <a:pt x="5359" y="10698"/>
                  </a:cubicBezTo>
                  <a:cubicBezTo>
                    <a:pt x="8302" y="10698"/>
                    <a:pt x="10697" y="8302"/>
                    <a:pt x="10697" y="5359"/>
                  </a:cubicBezTo>
                  <a:cubicBezTo>
                    <a:pt x="10697" y="2416"/>
                    <a:pt x="8302" y="1"/>
                    <a:pt x="535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2562;p69">
              <a:extLst>
                <a:ext uri="{FF2B5EF4-FFF2-40B4-BE49-F238E27FC236}">
                  <a16:creationId xmlns:a16="http://schemas.microsoft.com/office/drawing/2014/main" id="{3D2A2DB6-26B0-41BC-B8A9-E3758716C2A5}"/>
                </a:ext>
              </a:extLst>
            </p:cNvPr>
            <p:cNvSpPr/>
            <p:nvPr/>
          </p:nvSpPr>
          <p:spPr>
            <a:xfrm>
              <a:off x="4342641" y="2969041"/>
              <a:ext cx="206769" cy="357656"/>
            </a:xfrm>
            <a:custGeom>
              <a:avLst/>
              <a:gdLst/>
              <a:ahLst/>
              <a:cxnLst/>
              <a:rect l="l" t="t" r="r" b="b"/>
              <a:pathLst>
                <a:path w="10231" h="17697" extrusionOk="0">
                  <a:moveTo>
                    <a:pt x="9599" y="0"/>
                  </a:moveTo>
                  <a:cubicBezTo>
                    <a:pt x="9566" y="0"/>
                    <a:pt x="9533" y="3"/>
                    <a:pt x="9500" y="8"/>
                  </a:cubicBezTo>
                  <a:cubicBezTo>
                    <a:pt x="4081" y="678"/>
                    <a:pt x="1" y="5306"/>
                    <a:pt x="1" y="10786"/>
                  </a:cubicBezTo>
                  <a:cubicBezTo>
                    <a:pt x="1" y="13222"/>
                    <a:pt x="792" y="15536"/>
                    <a:pt x="2274" y="17444"/>
                  </a:cubicBezTo>
                  <a:cubicBezTo>
                    <a:pt x="2406" y="17609"/>
                    <a:pt x="2598" y="17697"/>
                    <a:pt x="2789" y="17697"/>
                  </a:cubicBezTo>
                  <a:cubicBezTo>
                    <a:pt x="2949" y="17697"/>
                    <a:pt x="3108" y="17635"/>
                    <a:pt x="3228" y="17505"/>
                  </a:cubicBezTo>
                  <a:lnTo>
                    <a:pt x="5359" y="15394"/>
                  </a:lnTo>
                  <a:cubicBezTo>
                    <a:pt x="5583" y="15171"/>
                    <a:pt x="5603" y="14825"/>
                    <a:pt x="5420" y="14562"/>
                  </a:cubicBezTo>
                  <a:cubicBezTo>
                    <a:pt x="4649" y="13466"/>
                    <a:pt x="4243" y="12146"/>
                    <a:pt x="4243" y="10786"/>
                  </a:cubicBezTo>
                  <a:cubicBezTo>
                    <a:pt x="4243" y="7559"/>
                    <a:pt x="6537" y="4819"/>
                    <a:pt x="9703" y="4271"/>
                  </a:cubicBezTo>
                  <a:cubicBezTo>
                    <a:pt x="10008" y="4210"/>
                    <a:pt x="10231" y="3946"/>
                    <a:pt x="10231" y="3642"/>
                  </a:cubicBezTo>
                  <a:lnTo>
                    <a:pt x="10231" y="637"/>
                  </a:lnTo>
                  <a:cubicBezTo>
                    <a:pt x="10231" y="285"/>
                    <a:pt x="9943" y="0"/>
                    <a:pt x="959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2563;p69">
              <a:extLst>
                <a:ext uri="{FF2B5EF4-FFF2-40B4-BE49-F238E27FC236}">
                  <a16:creationId xmlns:a16="http://schemas.microsoft.com/office/drawing/2014/main" id="{110406D5-EE25-4A24-AD2E-2DBBE2646794}"/>
                </a:ext>
              </a:extLst>
            </p:cNvPr>
            <p:cNvSpPr/>
            <p:nvPr/>
          </p:nvSpPr>
          <p:spPr>
            <a:xfrm>
              <a:off x="4574833" y="2969041"/>
              <a:ext cx="205940" cy="204869"/>
            </a:xfrm>
            <a:custGeom>
              <a:avLst/>
              <a:gdLst/>
              <a:ahLst/>
              <a:cxnLst/>
              <a:rect l="l" t="t" r="r" b="b"/>
              <a:pathLst>
                <a:path w="10190" h="10137" extrusionOk="0">
                  <a:moveTo>
                    <a:pt x="632" y="0"/>
                  </a:moveTo>
                  <a:cubicBezTo>
                    <a:pt x="288" y="0"/>
                    <a:pt x="0" y="285"/>
                    <a:pt x="0" y="637"/>
                  </a:cubicBezTo>
                  <a:lnTo>
                    <a:pt x="0" y="3642"/>
                  </a:lnTo>
                  <a:cubicBezTo>
                    <a:pt x="0" y="3946"/>
                    <a:pt x="224" y="4210"/>
                    <a:pt x="528" y="4271"/>
                  </a:cubicBezTo>
                  <a:cubicBezTo>
                    <a:pt x="3248" y="4738"/>
                    <a:pt x="5399" y="6889"/>
                    <a:pt x="5887" y="9629"/>
                  </a:cubicBezTo>
                  <a:cubicBezTo>
                    <a:pt x="5947" y="9934"/>
                    <a:pt x="6211" y="10137"/>
                    <a:pt x="6516" y="10137"/>
                  </a:cubicBezTo>
                  <a:lnTo>
                    <a:pt x="9520" y="10137"/>
                  </a:lnTo>
                  <a:cubicBezTo>
                    <a:pt x="9906" y="10137"/>
                    <a:pt x="10190" y="9812"/>
                    <a:pt x="10149" y="9426"/>
                  </a:cubicBezTo>
                  <a:cubicBezTo>
                    <a:pt x="9865" y="7052"/>
                    <a:pt x="8749" y="4798"/>
                    <a:pt x="7044" y="3093"/>
                  </a:cubicBezTo>
                  <a:cubicBezTo>
                    <a:pt x="5359" y="1388"/>
                    <a:pt x="3106" y="292"/>
                    <a:pt x="731" y="8"/>
                  </a:cubicBezTo>
                  <a:cubicBezTo>
                    <a:pt x="698" y="3"/>
                    <a:pt x="665" y="0"/>
                    <a:pt x="63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2564;p69">
              <a:extLst>
                <a:ext uri="{FF2B5EF4-FFF2-40B4-BE49-F238E27FC236}">
                  <a16:creationId xmlns:a16="http://schemas.microsoft.com/office/drawing/2014/main" id="{799F18CC-C039-4796-8A89-69D4801A0716}"/>
                </a:ext>
              </a:extLst>
            </p:cNvPr>
            <p:cNvSpPr/>
            <p:nvPr/>
          </p:nvSpPr>
          <p:spPr>
            <a:xfrm>
              <a:off x="4420591" y="3199738"/>
              <a:ext cx="360183" cy="206769"/>
            </a:xfrm>
            <a:custGeom>
              <a:avLst/>
              <a:gdLst/>
              <a:ahLst/>
              <a:cxnLst/>
              <a:rect l="l" t="t" r="r" b="b"/>
              <a:pathLst>
                <a:path w="17822" h="10231" extrusionOk="0">
                  <a:moveTo>
                    <a:pt x="14148" y="1"/>
                  </a:moveTo>
                  <a:cubicBezTo>
                    <a:pt x="13843" y="1"/>
                    <a:pt x="13579" y="224"/>
                    <a:pt x="13519" y="528"/>
                  </a:cubicBezTo>
                  <a:cubicBezTo>
                    <a:pt x="12971" y="3695"/>
                    <a:pt x="10210" y="5988"/>
                    <a:pt x="7003" y="5988"/>
                  </a:cubicBezTo>
                  <a:cubicBezTo>
                    <a:pt x="5643" y="5988"/>
                    <a:pt x="4324" y="5582"/>
                    <a:pt x="3207" y="4791"/>
                  </a:cubicBezTo>
                  <a:cubicBezTo>
                    <a:pt x="3102" y="4720"/>
                    <a:pt x="2977" y="4684"/>
                    <a:pt x="2851" y="4684"/>
                  </a:cubicBezTo>
                  <a:cubicBezTo>
                    <a:pt x="2687" y="4684"/>
                    <a:pt x="2522" y="4746"/>
                    <a:pt x="2395" y="4872"/>
                  </a:cubicBezTo>
                  <a:lnTo>
                    <a:pt x="285" y="7003"/>
                  </a:lnTo>
                  <a:cubicBezTo>
                    <a:pt x="0" y="7267"/>
                    <a:pt x="21" y="7714"/>
                    <a:pt x="325" y="7937"/>
                  </a:cubicBezTo>
                  <a:cubicBezTo>
                    <a:pt x="2253" y="9439"/>
                    <a:pt x="4567" y="10230"/>
                    <a:pt x="7003" y="10230"/>
                  </a:cubicBezTo>
                  <a:cubicBezTo>
                    <a:pt x="12483" y="10230"/>
                    <a:pt x="17111" y="6151"/>
                    <a:pt x="17781" y="711"/>
                  </a:cubicBezTo>
                  <a:cubicBezTo>
                    <a:pt x="17822" y="346"/>
                    <a:pt x="17538" y="1"/>
                    <a:pt x="1715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 name="Google Shape;2362;p69">
            <a:extLst>
              <a:ext uri="{FF2B5EF4-FFF2-40B4-BE49-F238E27FC236}">
                <a16:creationId xmlns:a16="http://schemas.microsoft.com/office/drawing/2014/main" id="{6AEA6C5D-83D9-402C-82B8-A339949E7BA4}"/>
              </a:ext>
            </a:extLst>
          </p:cNvPr>
          <p:cNvGrpSpPr/>
          <p:nvPr/>
        </p:nvGrpSpPr>
        <p:grpSpPr>
          <a:xfrm>
            <a:off x="922450" y="1986489"/>
            <a:ext cx="423970" cy="438759"/>
            <a:chOff x="726183" y="1770972"/>
            <a:chExt cx="422955" cy="437708"/>
          </a:xfrm>
          <a:solidFill>
            <a:schemeClr val="bg1"/>
          </a:solidFill>
        </p:grpSpPr>
        <p:sp>
          <p:nvSpPr>
            <p:cNvPr id="66" name="Google Shape;2363;p69">
              <a:extLst>
                <a:ext uri="{FF2B5EF4-FFF2-40B4-BE49-F238E27FC236}">
                  <a16:creationId xmlns:a16="http://schemas.microsoft.com/office/drawing/2014/main" id="{94EAF379-F5A3-439C-864A-5D69871ADE5E}"/>
                </a:ext>
              </a:extLst>
            </p:cNvPr>
            <p:cNvSpPr/>
            <p:nvPr/>
          </p:nvSpPr>
          <p:spPr>
            <a:xfrm>
              <a:off x="726183" y="1834957"/>
              <a:ext cx="422955" cy="373723"/>
            </a:xfrm>
            <a:custGeom>
              <a:avLst/>
              <a:gdLst/>
              <a:ahLst/>
              <a:cxnLst/>
              <a:rect l="l" t="t" r="r" b="b"/>
              <a:pathLst>
                <a:path w="20928" h="18492" extrusionOk="0">
                  <a:moveTo>
                    <a:pt x="630" y="0"/>
                  </a:moveTo>
                  <a:cubicBezTo>
                    <a:pt x="285" y="0"/>
                    <a:pt x="1" y="285"/>
                    <a:pt x="1" y="650"/>
                  </a:cubicBezTo>
                  <a:lnTo>
                    <a:pt x="1" y="17862"/>
                  </a:lnTo>
                  <a:cubicBezTo>
                    <a:pt x="1" y="18207"/>
                    <a:pt x="285" y="18492"/>
                    <a:pt x="630" y="18492"/>
                  </a:cubicBezTo>
                  <a:lnTo>
                    <a:pt x="20299" y="18492"/>
                  </a:lnTo>
                  <a:cubicBezTo>
                    <a:pt x="20644" y="18492"/>
                    <a:pt x="20928" y="18207"/>
                    <a:pt x="20928" y="17862"/>
                  </a:cubicBezTo>
                  <a:cubicBezTo>
                    <a:pt x="20928" y="17497"/>
                    <a:pt x="20644" y="17213"/>
                    <a:pt x="20299" y="17213"/>
                  </a:cubicBezTo>
                  <a:lnTo>
                    <a:pt x="19649" y="17213"/>
                  </a:lnTo>
                  <a:lnTo>
                    <a:pt x="19649" y="3593"/>
                  </a:lnTo>
                  <a:cubicBezTo>
                    <a:pt x="19649" y="3370"/>
                    <a:pt x="19466" y="3187"/>
                    <a:pt x="19243" y="3187"/>
                  </a:cubicBezTo>
                  <a:lnTo>
                    <a:pt x="18066" y="3187"/>
                  </a:lnTo>
                  <a:cubicBezTo>
                    <a:pt x="17843" y="3187"/>
                    <a:pt x="17640" y="3370"/>
                    <a:pt x="17640" y="3593"/>
                  </a:cubicBezTo>
                  <a:lnTo>
                    <a:pt x="17640" y="17213"/>
                  </a:lnTo>
                  <a:lnTo>
                    <a:pt x="16381" y="17213"/>
                  </a:lnTo>
                  <a:lnTo>
                    <a:pt x="16381" y="8728"/>
                  </a:lnTo>
                  <a:cubicBezTo>
                    <a:pt x="16381" y="8485"/>
                    <a:pt x="16198" y="8302"/>
                    <a:pt x="15955" y="8302"/>
                  </a:cubicBezTo>
                  <a:lnTo>
                    <a:pt x="14798" y="8302"/>
                  </a:lnTo>
                  <a:cubicBezTo>
                    <a:pt x="14554" y="8302"/>
                    <a:pt x="14372" y="8485"/>
                    <a:pt x="14372" y="8728"/>
                  </a:cubicBezTo>
                  <a:lnTo>
                    <a:pt x="14372" y="17213"/>
                  </a:lnTo>
                  <a:lnTo>
                    <a:pt x="13113" y="17213"/>
                  </a:lnTo>
                  <a:lnTo>
                    <a:pt x="13113" y="12280"/>
                  </a:lnTo>
                  <a:cubicBezTo>
                    <a:pt x="13113" y="12037"/>
                    <a:pt x="12910" y="11854"/>
                    <a:pt x="12687" y="11854"/>
                  </a:cubicBezTo>
                  <a:lnTo>
                    <a:pt x="11510" y="11854"/>
                  </a:lnTo>
                  <a:cubicBezTo>
                    <a:pt x="11286" y="11854"/>
                    <a:pt x="11104" y="12037"/>
                    <a:pt x="11104" y="12280"/>
                  </a:cubicBezTo>
                  <a:lnTo>
                    <a:pt x="11104" y="17213"/>
                  </a:lnTo>
                  <a:lnTo>
                    <a:pt x="9825" y="17213"/>
                  </a:lnTo>
                  <a:lnTo>
                    <a:pt x="9825" y="8668"/>
                  </a:lnTo>
                  <a:cubicBezTo>
                    <a:pt x="9825" y="8444"/>
                    <a:pt x="9642" y="8262"/>
                    <a:pt x="9399" y="8262"/>
                  </a:cubicBezTo>
                  <a:lnTo>
                    <a:pt x="8242" y="8262"/>
                  </a:lnTo>
                  <a:cubicBezTo>
                    <a:pt x="7998" y="8262"/>
                    <a:pt x="7816" y="8444"/>
                    <a:pt x="7816" y="8668"/>
                  </a:cubicBezTo>
                  <a:lnTo>
                    <a:pt x="7816" y="17213"/>
                  </a:lnTo>
                  <a:lnTo>
                    <a:pt x="6557" y="17213"/>
                  </a:lnTo>
                  <a:lnTo>
                    <a:pt x="6557" y="12280"/>
                  </a:lnTo>
                  <a:cubicBezTo>
                    <a:pt x="6557" y="12037"/>
                    <a:pt x="6354" y="11854"/>
                    <a:pt x="6131" y="11854"/>
                  </a:cubicBezTo>
                  <a:lnTo>
                    <a:pt x="4974" y="11854"/>
                  </a:lnTo>
                  <a:cubicBezTo>
                    <a:pt x="4730" y="11854"/>
                    <a:pt x="4548" y="12037"/>
                    <a:pt x="4548" y="12280"/>
                  </a:cubicBezTo>
                  <a:lnTo>
                    <a:pt x="4548" y="17213"/>
                  </a:lnTo>
                  <a:lnTo>
                    <a:pt x="3269" y="17213"/>
                  </a:lnTo>
                  <a:lnTo>
                    <a:pt x="3269" y="15508"/>
                  </a:lnTo>
                  <a:cubicBezTo>
                    <a:pt x="3269" y="15285"/>
                    <a:pt x="3086" y="15082"/>
                    <a:pt x="2863" y="15082"/>
                  </a:cubicBezTo>
                  <a:lnTo>
                    <a:pt x="1259" y="15082"/>
                  </a:lnTo>
                  <a:lnTo>
                    <a:pt x="1259" y="650"/>
                  </a:lnTo>
                  <a:cubicBezTo>
                    <a:pt x="1259" y="285"/>
                    <a:pt x="975" y="0"/>
                    <a:pt x="6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2364;p69">
              <a:extLst>
                <a:ext uri="{FF2B5EF4-FFF2-40B4-BE49-F238E27FC236}">
                  <a16:creationId xmlns:a16="http://schemas.microsoft.com/office/drawing/2014/main" id="{EC6FCF08-CAAF-4E91-8F5A-6114AA03E710}"/>
                </a:ext>
              </a:extLst>
            </p:cNvPr>
            <p:cNvSpPr/>
            <p:nvPr/>
          </p:nvSpPr>
          <p:spPr>
            <a:xfrm>
              <a:off x="775818" y="1770972"/>
              <a:ext cx="342964" cy="191571"/>
            </a:xfrm>
            <a:custGeom>
              <a:avLst/>
              <a:gdLst/>
              <a:ahLst/>
              <a:cxnLst/>
              <a:rect l="l" t="t" r="r" b="b"/>
              <a:pathLst>
                <a:path w="16970" h="9479" extrusionOk="0">
                  <a:moveTo>
                    <a:pt x="14250" y="0"/>
                  </a:moveTo>
                  <a:cubicBezTo>
                    <a:pt x="13905" y="0"/>
                    <a:pt x="13621" y="284"/>
                    <a:pt x="13621" y="629"/>
                  </a:cubicBezTo>
                  <a:cubicBezTo>
                    <a:pt x="13621" y="995"/>
                    <a:pt x="13905" y="1279"/>
                    <a:pt x="14250" y="1279"/>
                  </a:cubicBezTo>
                  <a:lnTo>
                    <a:pt x="14798" y="1279"/>
                  </a:lnTo>
                  <a:lnTo>
                    <a:pt x="9033" y="7023"/>
                  </a:lnTo>
                  <a:lnTo>
                    <a:pt x="5360" y="4100"/>
                  </a:lnTo>
                  <a:cubicBezTo>
                    <a:pt x="5237" y="4006"/>
                    <a:pt x="5093" y="3960"/>
                    <a:pt x="4951" y="3960"/>
                  </a:cubicBezTo>
                  <a:cubicBezTo>
                    <a:pt x="4787" y="3960"/>
                    <a:pt x="4627" y="4021"/>
                    <a:pt x="4507" y="4141"/>
                  </a:cubicBezTo>
                  <a:lnTo>
                    <a:pt x="245" y="8403"/>
                  </a:lnTo>
                  <a:cubicBezTo>
                    <a:pt x="1" y="8647"/>
                    <a:pt x="1" y="9053"/>
                    <a:pt x="245" y="9296"/>
                  </a:cubicBezTo>
                  <a:cubicBezTo>
                    <a:pt x="366" y="9418"/>
                    <a:pt x="529" y="9479"/>
                    <a:pt x="691" y="9479"/>
                  </a:cubicBezTo>
                  <a:cubicBezTo>
                    <a:pt x="853" y="9479"/>
                    <a:pt x="1016" y="9418"/>
                    <a:pt x="1138" y="9296"/>
                  </a:cubicBezTo>
                  <a:lnTo>
                    <a:pt x="4994" y="5440"/>
                  </a:lnTo>
                  <a:lnTo>
                    <a:pt x="8688" y="8383"/>
                  </a:lnTo>
                  <a:cubicBezTo>
                    <a:pt x="8808" y="8475"/>
                    <a:pt x="8949" y="8521"/>
                    <a:pt x="9088" y="8521"/>
                  </a:cubicBezTo>
                  <a:cubicBezTo>
                    <a:pt x="9255" y="8521"/>
                    <a:pt x="9419" y="8455"/>
                    <a:pt x="9541" y="8322"/>
                  </a:cubicBezTo>
                  <a:lnTo>
                    <a:pt x="15691" y="2172"/>
                  </a:lnTo>
                  <a:lnTo>
                    <a:pt x="15691" y="2720"/>
                  </a:lnTo>
                  <a:cubicBezTo>
                    <a:pt x="15691" y="3065"/>
                    <a:pt x="15975" y="3349"/>
                    <a:pt x="16341" y="3349"/>
                  </a:cubicBezTo>
                  <a:cubicBezTo>
                    <a:pt x="16686" y="3349"/>
                    <a:pt x="16970" y="3065"/>
                    <a:pt x="16970" y="2720"/>
                  </a:cubicBezTo>
                  <a:lnTo>
                    <a:pt x="16970" y="629"/>
                  </a:lnTo>
                  <a:cubicBezTo>
                    <a:pt x="16970" y="284"/>
                    <a:pt x="16686" y="0"/>
                    <a:pt x="1634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431034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87"/>
                                        </p:tgtEl>
                                        <p:attrNameLst>
                                          <p:attrName>style.visibility</p:attrName>
                                        </p:attrNameLst>
                                      </p:cBhvr>
                                      <p:to>
                                        <p:strVal val="visible"/>
                                      </p:to>
                                    </p:set>
                                    <p:animEffect transition="in" filter="barn(inVertical)">
                                      <p:cBhvr>
                                        <p:cTn id="7" dur="500"/>
                                        <p:tgtEl>
                                          <p:spTgt spid="687"/>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688">
                                            <p:txEl>
                                              <p:pRg st="0" end="0"/>
                                            </p:txEl>
                                          </p:spTgt>
                                        </p:tgtEl>
                                        <p:attrNameLst>
                                          <p:attrName>style.visibility</p:attrName>
                                        </p:attrNameLst>
                                      </p:cBhvr>
                                      <p:to>
                                        <p:strVal val="visible"/>
                                      </p:to>
                                    </p:set>
                                    <p:animEffect transition="in" filter="barn(inVertical)">
                                      <p:cBhvr>
                                        <p:cTn id="10" dur="500"/>
                                        <p:tgtEl>
                                          <p:spTgt spid="688">
                                            <p:txEl>
                                              <p:pRg st="0" end="0"/>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692"/>
                                        </p:tgtEl>
                                        <p:attrNameLst>
                                          <p:attrName>style.visibility</p:attrName>
                                        </p:attrNameLst>
                                      </p:cBhvr>
                                      <p:to>
                                        <p:strVal val="visible"/>
                                      </p:to>
                                    </p:set>
                                    <p:animEffect transition="in" filter="barn(inVertical)">
                                      <p:cBhvr>
                                        <p:cTn id="13" dur="500"/>
                                        <p:tgtEl>
                                          <p:spTgt spid="692"/>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704"/>
                                        </p:tgtEl>
                                        <p:attrNameLst>
                                          <p:attrName>style.visibility</p:attrName>
                                        </p:attrNameLst>
                                      </p:cBhvr>
                                      <p:to>
                                        <p:strVal val="visible"/>
                                      </p:to>
                                    </p:set>
                                    <p:animEffect transition="in" filter="barn(inVertical)">
                                      <p:cBhvr>
                                        <p:cTn id="16" dur="500"/>
                                        <p:tgtEl>
                                          <p:spTgt spid="704"/>
                                        </p:tgtEl>
                                      </p:cBhvr>
                                    </p:animEffect>
                                  </p:childTnLst>
                                </p:cTn>
                              </p:par>
                              <p:par>
                                <p:cTn id="17" presetID="16" presetClass="entr" presetSubtype="21" fill="hold" nodeType="withEffect">
                                  <p:stCondLst>
                                    <p:cond delay="0"/>
                                  </p:stCondLst>
                                  <p:childTnLst>
                                    <p:set>
                                      <p:cBhvr>
                                        <p:cTn id="18" dur="1" fill="hold">
                                          <p:stCondLst>
                                            <p:cond delay="0"/>
                                          </p:stCondLst>
                                        </p:cTn>
                                        <p:tgtEl>
                                          <p:spTgt spid="65"/>
                                        </p:tgtEl>
                                        <p:attrNameLst>
                                          <p:attrName>style.visibility</p:attrName>
                                        </p:attrNameLst>
                                      </p:cBhvr>
                                      <p:to>
                                        <p:strVal val="visible"/>
                                      </p:to>
                                    </p:set>
                                    <p:animEffect transition="in" filter="barn(inVertical)">
                                      <p:cBhvr>
                                        <p:cTn id="19" dur="500"/>
                                        <p:tgtEl>
                                          <p:spTgt spid="65"/>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689"/>
                                        </p:tgtEl>
                                        <p:attrNameLst>
                                          <p:attrName>style.visibility</p:attrName>
                                        </p:attrNameLst>
                                      </p:cBhvr>
                                      <p:to>
                                        <p:strVal val="visible"/>
                                      </p:to>
                                    </p:set>
                                    <p:animEffect transition="in" filter="barn(inVertical)">
                                      <p:cBhvr>
                                        <p:cTn id="24" dur="500"/>
                                        <p:tgtEl>
                                          <p:spTgt spid="689"/>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690">
                                            <p:txEl>
                                              <p:pRg st="0" end="0"/>
                                            </p:txEl>
                                          </p:spTgt>
                                        </p:tgtEl>
                                        <p:attrNameLst>
                                          <p:attrName>style.visibility</p:attrName>
                                        </p:attrNameLst>
                                      </p:cBhvr>
                                      <p:to>
                                        <p:strVal val="visible"/>
                                      </p:to>
                                    </p:set>
                                    <p:animEffect transition="in" filter="barn(inVertical)">
                                      <p:cBhvr>
                                        <p:cTn id="27" dur="500"/>
                                        <p:tgtEl>
                                          <p:spTgt spid="690">
                                            <p:txEl>
                                              <p:pRg st="0" end="0"/>
                                            </p:txEl>
                                          </p:spTgt>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694"/>
                                        </p:tgtEl>
                                        <p:attrNameLst>
                                          <p:attrName>style.visibility</p:attrName>
                                        </p:attrNameLst>
                                      </p:cBhvr>
                                      <p:to>
                                        <p:strVal val="visible"/>
                                      </p:to>
                                    </p:set>
                                    <p:animEffect transition="in" filter="barn(inVertical)">
                                      <p:cBhvr>
                                        <p:cTn id="30" dur="500"/>
                                        <p:tgtEl>
                                          <p:spTgt spid="694"/>
                                        </p:tgtEl>
                                      </p:cBhvr>
                                    </p:animEffect>
                                  </p:childTnLst>
                                </p:cTn>
                              </p:par>
                              <p:par>
                                <p:cTn id="31" presetID="16" presetClass="entr" presetSubtype="21" fill="hold" nodeType="withEffect">
                                  <p:stCondLst>
                                    <p:cond delay="0"/>
                                  </p:stCondLst>
                                  <p:childTnLst>
                                    <p:set>
                                      <p:cBhvr>
                                        <p:cTn id="32" dur="1" fill="hold">
                                          <p:stCondLst>
                                            <p:cond delay="0"/>
                                          </p:stCondLst>
                                        </p:cTn>
                                        <p:tgtEl>
                                          <p:spTgt spid="695"/>
                                        </p:tgtEl>
                                        <p:attrNameLst>
                                          <p:attrName>style.visibility</p:attrName>
                                        </p:attrNameLst>
                                      </p:cBhvr>
                                      <p:to>
                                        <p:strVal val="visible"/>
                                      </p:to>
                                    </p:set>
                                    <p:animEffect transition="in" filter="barn(inVertical)">
                                      <p:cBhvr>
                                        <p:cTn id="33" dur="500"/>
                                        <p:tgtEl>
                                          <p:spTgt spid="695"/>
                                        </p:tgtEl>
                                      </p:cBhvr>
                                    </p:animEffect>
                                  </p:childTnLst>
                                </p:cTn>
                              </p:par>
                              <p:par>
                                <p:cTn id="34" presetID="16" presetClass="entr" presetSubtype="21" fill="hold" nodeType="withEffect">
                                  <p:stCondLst>
                                    <p:cond delay="0"/>
                                  </p:stCondLst>
                                  <p:childTnLst>
                                    <p:set>
                                      <p:cBhvr>
                                        <p:cTn id="35" dur="1" fill="hold">
                                          <p:stCondLst>
                                            <p:cond delay="0"/>
                                          </p:stCondLst>
                                        </p:cTn>
                                        <p:tgtEl>
                                          <p:spTgt spid="60"/>
                                        </p:tgtEl>
                                        <p:attrNameLst>
                                          <p:attrName>style.visibility</p:attrName>
                                        </p:attrNameLst>
                                      </p:cBhvr>
                                      <p:to>
                                        <p:strVal val="visible"/>
                                      </p:to>
                                    </p:set>
                                    <p:animEffect transition="in" filter="barn(inVertical)">
                                      <p:cBhvr>
                                        <p:cTn id="36"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7" grpId="0"/>
      <p:bldP spid="688" grpId="0" build="p"/>
      <p:bldP spid="689" grpId="0"/>
      <p:bldP spid="690" grpId="0" build="p"/>
      <p:bldP spid="694" grpId="0" animBg="1"/>
      <p:bldP spid="70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40"/>
          <p:cNvSpPr/>
          <p:nvPr/>
        </p:nvSpPr>
        <p:spPr>
          <a:xfrm>
            <a:off x="2232578" y="3447160"/>
            <a:ext cx="4681800" cy="491700"/>
          </a:xfrm>
          <a:prstGeom prst="roundRect">
            <a:avLst>
              <a:gd name="adj" fmla="val 50000"/>
            </a:avLst>
          </a:pr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40"/>
          <p:cNvSpPr/>
          <p:nvPr/>
        </p:nvSpPr>
        <p:spPr>
          <a:xfrm>
            <a:off x="714358" y="1460414"/>
            <a:ext cx="1367281" cy="1367105"/>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40"/>
          <p:cNvSpPr txBox="1">
            <a:spLocks noGrp="1"/>
          </p:cNvSpPr>
          <p:nvPr>
            <p:ph type="title"/>
          </p:nvPr>
        </p:nvSpPr>
        <p:spPr>
          <a:xfrm>
            <a:off x="2478911" y="1391026"/>
            <a:ext cx="4580400" cy="1740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5400" dirty="0">
                <a:solidFill>
                  <a:schemeClr val="tx1"/>
                </a:solidFill>
              </a:rPr>
              <a:t>Avantages et </a:t>
            </a:r>
            <a:r>
              <a:rPr lang="fr-FR" sz="5400" dirty="0">
                <a:solidFill>
                  <a:schemeClr val="tx1"/>
                </a:solidFill>
              </a:rPr>
              <a:t>Inconvénients</a:t>
            </a:r>
            <a:r>
              <a:rPr lang="en" sz="5400" dirty="0">
                <a:solidFill>
                  <a:schemeClr val="tx1"/>
                </a:solidFill>
              </a:rPr>
              <a:t> de </a:t>
            </a:r>
            <a:r>
              <a:rPr lang="en" sz="5400" dirty="0">
                <a:solidFill>
                  <a:schemeClr val="accent1">
                    <a:lumMod val="75000"/>
                  </a:schemeClr>
                </a:solidFill>
              </a:rPr>
              <a:t>POWERBI</a:t>
            </a:r>
            <a:endParaRPr sz="5400" dirty="0"/>
          </a:p>
        </p:txBody>
      </p:sp>
      <p:sp>
        <p:nvSpPr>
          <p:cNvPr id="647" name="Google Shape;647;p40"/>
          <p:cNvSpPr txBox="1">
            <a:spLocks noGrp="1"/>
          </p:cNvSpPr>
          <p:nvPr>
            <p:ph type="subTitle" idx="1"/>
          </p:nvPr>
        </p:nvSpPr>
        <p:spPr>
          <a:xfrm>
            <a:off x="2331022" y="3494522"/>
            <a:ext cx="4580400" cy="303000"/>
          </a:xfrm>
          <a:prstGeom prst="rect">
            <a:avLst/>
          </a:prstGeom>
        </p:spPr>
        <p:txBody>
          <a:bodyPr spcFirstLastPara="1" wrap="square" lIns="91425" tIns="91425" rIns="91425" bIns="91425" anchor="ctr" anchorCtr="0">
            <a:noAutofit/>
          </a:bodyPr>
          <a:lstStyle/>
          <a:p>
            <a:pPr algn="l"/>
            <a:r>
              <a:rPr lang="fr-FR" b="1" dirty="0">
                <a:latin typeface="Söhne"/>
              </a:rPr>
              <a:t>Explication des avantages et inconvénients</a:t>
            </a:r>
            <a:endParaRPr lang="fr-FR" b="1" i="0" dirty="0">
              <a:effectLst/>
              <a:latin typeface="Söhne"/>
            </a:endParaRPr>
          </a:p>
        </p:txBody>
      </p:sp>
      <p:sp>
        <p:nvSpPr>
          <p:cNvPr id="648" name="Google Shape;648;p40"/>
          <p:cNvSpPr txBox="1">
            <a:spLocks noGrp="1"/>
          </p:cNvSpPr>
          <p:nvPr>
            <p:ph type="title" idx="2"/>
          </p:nvPr>
        </p:nvSpPr>
        <p:spPr>
          <a:xfrm>
            <a:off x="714300" y="1764027"/>
            <a:ext cx="1367400" cy="759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
        <p:nvSpPr>
          <p:cNvPr id="650" name="Google Shape;650;p40"/>
          <p:cNvSpPr txBox="1"/>
          <p:nvPr/>
        </p:nvSpPr>
        <p:spPr>
          <a:xfrm>
            <a:off x="7062300" y="212749"/>
            <a:ext cx="1367400" cy="300900"/>
          </a:xfrm>
          <a:prstGeom prst="rect">
            <a:avLst/>
          </a:prstGeom>
          <a:noFill/>
          <a:ln>
            <a:noFill/>
          </a:ln>
        </p:spPr>
        <p:txBody>
          <a:bodyPr spcFirstLastPara="1" wrap="square" lIns="91425" tIns="91425" rIns="0" bIns="91425" anchor="ctr" anchorCtr="0">
            <a:noAutofit/>
          </a:bodyPr>
          <a:lstStyle/>
          <a:p>
            <a:pPr marL="0" lvl="0" indent="0" algn="r" rtl="0">
              <a:spcBef>
                <a:spcPts val="0"/>
              </a:spcBef>
              <a:spcAft>
                <a:spcPts val="0"/>
              </a:spcAft>
              <a:buNone/>
            </a:pPr>
            <a:r>
              <a:rPr lang="en">
                <a:solidFill>
                  <a:schemeClr val="lt2"/>
                </a:solidFill>
                <a:latin typeface="Bebas Neue"/>
                <a:ea typeface="Bebas Neue"/>
                <a:cs typeface="Bebas Neue"/>
                <a:sym typeface="Bebas Neue"/>
              </a:rPr>
              <a:t>Data ANALYSIS</a:t>
            </a:r>
            <a:endParaRPr>
              <a:solidFill>
                <a:schemeClr val="lt2"/>
              </a:solidFill>
            </a:endParaRPr>
          </a:p>
        </p:txBody>
      </p:sp>
      <p:sp>
        <p:nvSpPr>
          <p:cNvPr id="651" name="Google Shape;651;p40"/>
          <p:cNvSpPr/>
          <p:nvPr/>
        </p:nvSpPr>
        <p:spPr>
          <a:xfrm>
            <a:off x="7234875" y="704575"/>
            <a:ext cx="107827" cy="108491"/>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40"/>
          <p:cNvSpPr/>
          <p:nvPr/>
        </p:nvSpPr>
        <p:spPr>
          <a:xfrm>
            <a:off x="7910100" y="2261476"/>
            <a:ext cx="262479" cy="262448"/>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40"/>
          <p:cNvSpPr/>
          <p:nvPr/>
        </p:nvSpPr>
        <p:spPr>
          <a:xfrm>
            <a:off x="830067" y="3166818"/>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40"/>
          <p:cNvSpPr/>
          <p:nvPr/>
        </p:nvSpPr>
        <p:spPr>
          <a:xfrm>
            <a:off x="1567052" y="4255387"/>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40"/>
          <p:cNvSpPr/>
          <p:nvPr/>
        </p:nvSpPr>
        <p:spPr>
          <a:xfrm>
            <a:off x="8172564" y="3182711"/>
            <a:ext cx="107827" cy="108460"/>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6" name="Google Shape;656;p40"/>
          <p:cNvGrpSpPr/>
          <p:nvPr/>
        </p:nvGrpSpPr>
        <p:grpSpPr>
          <a:xfrm>
            <a:off x="7741747" y="734402"/>
            <a:ext cx="695830" cy="243805"/>
            <a:chOff x="2271950" y="2722775"/>
            <a:chExt cx="575875" cy="201775"/>
          </a:xfrm>
        </p:grpSpPr>
        <p:sp>
          <p:nvSpPr>
            <p:cNvPr id="657" name="Google Shape;657;p40"/>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40"/>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40"/>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40"/>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40"/>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2" name="Google Shape;662;p40"/>
          <p:cNvSpPr/>
          <p:nvPr/>
        </p:nvSpPr>
        <p:spPr>
          <a:xfrm rot="7198898">
            <a:off x="7185962" y="1188869"/>
            <a:ext cx="700377" cy="696805"/>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40"/>
          <p:cNvSpPr/>
          <p:nvPr/>
        </p:nvSpPr>
        <p:spPr>
          <a:xfrm rot="7201932">
            <a:off x="771379" y="3761590"/>
            <a:ext cx="371928" cy="370031"/>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40"/>
          <p:cNvSpPr/>
          <p:nvPr/>
        </p:nvSpPr>
        <p:spPr>
          <a:xfrm>
            <a:off x="6625763" y="910513"/>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40"/>
          <p:cNvSpPr/>
          <p:nvPr/>
        </p:nvSpPr>
        <p:spPr>
          <a:xfrm rot="-1685758">
            <a:off x="1428932" y="3807847"/>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40"/>
          <p:cNvSpPr/>
          <p:nvPr/>
        </p:nvSpPr>
        <p:spPr>
          <a:xfrm>
            <a:off x="7932086" y="3693012"/>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40">
            <a:hlinkClick r:id="" action="ppaction://hlinkshowjump?jump=nextslide"/>
          </p:cNvPr>
          <p:cNvSpPr/>
          <p:nvPr/>
        </p:nvSpPr>
        <p:spPr>
          <a:xfrm rot="5400000">
            <a:off x="821542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40">
            <a:hlinkClick r:id="" action="ppaction://hlinkshowjump?jump=previousslide"/>
          </p:cNvPr>
          <p:cNvSpPr/>
          <p:nvPr/>
        </p:nvSpPr>
        <p:spPr>
          <a:xfrm rot="-5400000" flipH="1">
            <a:off x="73197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40">
            <a:hlinkClick r:id="rId3" action="ppaction://hlinksldjump"/>
          </p:cNvPr>
          <p:cNvSpPr txBox="1"/>
          <p:nvPr/>
        </p:nvSpPr>
        <p:spPr>
          <a:xfrm>
            <a:off x="92245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MENU</a:t>
            </a:r>
            <a:endParaRPr sz="1000">
              <a:solidFill>
                <a:schemeClr val="dk1"/>
              </a:solidFill>
              <a:latin typeface="Bebas Neue"/>
              <a:ea typeface="Bebas Neue"/>
              <a:cs typeface="Bebas Neue"/>
              <a:sym typeface="Bebas Neue"/>
            </a:endParaRPr>
          </a:p>
        </p:txBody>
      </p:sp>
      <p:sp>
        <p:nvSpPr>
          <p:cNvPr id="670" name="Google Shape;670;p40">
            <a:hlinkClick r:id="" action="ppaction://noaction"/>
          </p:cNvPr>
          <p:cNvSpPr txBox="1"/>
          <p:nvPr/>
        </p:nvSpPr>
        <p:spPr>
          <a:xfrm>
            <a:off x="151793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ANALYSIS</a:t>
            </a:r>
            <a:endParaRPr sz="1000">
              <a:solidFill>
                <a:schemeClr val="dk1"/>
              </a:solidFill>
              <a:latin typeface="Bebas Neue"/>
              <a:ea typeface="Bebas Neue"/>
              <a:cs typeface="Bebas Neue"/>
              <a:sym typeface="Bebas Neue"/>
            </a:endParaRPr>
          </a:p>
        </p:txBody>
      </p:sp>
      <p:sp>
        <p:nvSpPr>
          <p:cNvPr id="671" name="Google Shape;671;p40">
            <a:hlinkClick r:id="" action="ppaction://noaction"/>
          </p:cNvPr>
          <p:cNvSpPr txBox="1"/>
          <p:nvPr/>
        </p:nvSpPr>
        <p:spPr>
          <a:xfrm>
            <a:off x="211341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CONTACT</a:t>
            </a:r>
            <a:endParaRPr sz="1000">
              <a:solidFill>
                <a:schemeClr val="dk1"/>
              </a:solidFill>
              <a:latin typeface="Bebas Neue"/>
              <a:ea typeface="Bebas Neue"/>
              <a:cs typeface="Bebas Neue"/>
              <a:sym typeface="Bebas Neue"/>
            </a:endParaRPr>
          </a:p>
        </p:txBody>
      </p:sp>
      <p:grpSp>
        <p:nvGrpSpPr>
          <p:cNvPr id="672" name="Google Shape;672;p40"/>
          <p:cNvGrpSpPr/>
          <p:nvPr/>
        </p:nvGrpSpPr>
        <p:grpSpPr>
          <a:xfrm>
            <a:off x="706038" y="312972"/>
            <a:ext cx="140222" cy="140409"/>
            <a:chOff x="2741000" y="199475"/>
            <a:chExt cx="191953" cy="192210"/>
          </a:xfrm>
        </p:grpSpPr>
        <p:sp>
          <p:nvSpPr>
            <p:cNvPr id="673" name="Google Shape;673;p40"/>
            <p:cNvSpPr/>
            <p:nvPr/>
          </p:nvSpPr>
          <p:spPr>
            <a:xfrm>
              <a:off x="2741000"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40"/>
            <p:cNvSpPr/>
            <p:nvPr/>
          </p:nvSpPr>
          <p:spPr>
            <a:xfrm>
              <a:off x="2741000"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40"/>
            <p:cNvSpPr/>
            <p:nvPr/>
          </p:nvSpPr>
          <p:spPr>
            <a:xfrm>
              <a:off x="2741000"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40"/>
            <p:cNvSpPr/>
            <p:nvPr/>
          </p:nvSpPr>
          <p:spPr>
            <a:xfrm>
              <a:off x="2815215"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40"/>
            <p:cNvSpPr/>
            <p:nvPr/>
          </p:nvSpPr>
          <p:spPr>
            <a:xfrm>
              <a:off x="2815215"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40"/>
            <p:cNvSpPr/>
            <p:nvPr/>
          </p:nvSpPr>
          <p:spPr>
            <a:xfrm>
              <a:off x="2815215"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40"/>
            <p:cNvSpPr/>
            <p:nvPr/>
          </p:nvSpPr>
          <p:spPr>
            <a:xfrm>
              <a:off x="2889453"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40"/>
            <p:cNvSpPr/>
            <p:nvPr/>
          </p:nvSpPr>
          <p:spPr>
            <a:xfrm>
              <a:off x="2889453"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40"/>
            <p:cNvSpPr/>
            <p:nvPr/>
          </p:nvSpPr>
          <p:spPr>
            <a:xfrm>
              <a:off x="2889453"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2" name="Google Shape;682;p40">
            <a:hlinkClick r:id="rId4" action="ppaction://hlinksldjump"/>
          </p:cNvPr>
          <p:cNvSpPr/>
          <p:nvPr/>
        </p:nvSpPr>
        <p:spPr>
          <a:xfrm>
            <a:off x="669500" y="276525"/>
            <a:ext cx="213300" cy="21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6769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44"/>
                                        </p:tgtEl>
                                        <p:attrNameLst>
                                          <p:attrName>style.visibility</p:attrName>
                                        </p:attrNameLst>
                                      </p:cBhvr>
                                      <p:to>
                                        <p:strVal val="visible"/>
                                      </p:to>
                                    </p:set>
                                    <p:animEffect transition="in" filter="wipe(down)">
                                      <p:cBhvr>
                                        <p:cTn id="7" dur="500"/>
                                        <p:tgtEl>
                                          <p:spTgt spid="644"/>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45"/>
                                        </p:tgtEl>
                                        <p:attrNameLst>
                                          <p:attrName>style.visibility</p:attrName>
                                        </p:attrNameLst>
                                      </p:cBhvr>
                                      <p:to>
                                        <p:strVal val="visible"/>
                                      </p:to>
                                    </p:set>
                                    <p:animEffect transition="in" filter="wipe(down)">
                                      <p:cBhvr>
                                        <p:cTn id="10" dur="500"/>
                                        <p:tgtEl>
                                          <p:spTgt spid="64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46"/>
                                        </p:tgtEl>
                                        <p:attrNameLst>
                                          <p:attrName>style.visibility</p:attrName>
                                        </p:attrNameLst>
                                      </p:cBhvr>
                                      <p:to>
                                        <p:strVal val="visible"/>
                                      </p:to>
                                    </p:set>
                                    <p:animEffect transition="in" filter="wipe(down)">
                                      <p:cBhvr>
                                        <p:cTn id="13" dur="500"/>
                                        <p:tgtEl>
                                          <p:spTgt spid="646"/>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647">
                                            <p:txEl>
                                              <p:pRg st="0" end="0"/>
                                            </p:txEl>
                                          </p:spTgt>
                                        </p:tgtEl>
                                        <p:attrNameLst>
                                          <p:attrName>style.visibility</p:attrName>
                                        </p:attrNameLst>
                                      </p:cBhvr>
                                      <p:to>
                                        <p:strVal val="visible"/>
                                      </p:to>
                                    </p:set>
                                    <p:animEffect transition="in" filter="wipe(down)">
                                      <p:cBhvr>
                                        <p:cTn id="16" dur="500"/>
                                        <p:tgtEl>
                                          <p:spTgt spid="647">
                                            <p:txEl>
                                              <p:pRg st="0" end="0"/>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648"/>
                                        </p:tgtEl>
                                        <p:attrNameLst>
                                          <p:attrName>style.visibility</p:attrName>
                                        </p:attrNameLst>
                                      </p:cBhvr>
                                      <p:to>
                                        <p:strVal val="visible"/>
                                      </p:to>
                                    </p:set>
                                    <p:animEffect transition="in" filter="wipe(down)">
                                      <p:cBhvr>
                                        <p:cTn id="19" dur="500"/>
                                        <p:tgtEl>
                                          <p:spTgt spid="648"/>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651"/>
                                        </p:tgtEl>
                                        <p:attrNameLst>
                                          <p:attrName>style.visibility</p:attrName>
                                        </p:attrNameLst>
                                      </p:cBhvr>
                                      <p:to>
                                        <p:strVal val="visible"/>
                                      </p:to>
                                    </p:set>
                                    <p:animEffect transition="in" filter="wipe(down)">
                                      <p:cBhvr>
                                        <p:cTn id="22" dur="500"/>
                                        <p:tgtEl>
                                          <p:spTgt spid="651"/>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53"/>
                                        </p:tgtEl>
                                        <p:attrNameLst>
                                          <p:attrName>style.visibility</p:attrName>
                                        </p:attrNameLst>
                                      </p:cBhvr>
                                      <p:to>
                                        <p:strVal val="visible"/>
                                      </p:to>
                                    </p:set>
                                    <p:animEffect transition="in" filter="wipe(down)">
                                      <p:cBhvr>
                                        <p:cTn id="25" dur="500"/>
                                        <p:tgtEl>
                                          <p:spTgt spid="653"/>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664"/>
                                        </p:tgtEl>
                                        <p:attrNameLst>
                                          <p:attrName>style.visibility</p:attrName>
                                        </p:attrNameLst>
                                      </p:cBhvr>
                                      <p:to>
                                        <p:strVal val="visible"/>
                                      </p:to>
                                    </p:set>
                                    <p:animEffect transition="in" filter="wipe(down)">
                                      <p:cBhvr>
                                        <p:cTn id="28" dur="500"/>
                                        <p:tgtEl>
                                          <p:spTgt spid="664"/>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665"/>
                                        </p:tgtEl>
                                        <p:attrNameLst>
                                          <p:attrName>style.visibility</p:attrName>
                                        </p:attrNameLst>
                                      </p:cBhvr>
                                      <p:to>
                                        <p:strVal val="visible"/>
                                      </p:to>
                                    </p:set>
                                    <p:animEffect transition="in" filter="wipe(down)">
                                      <p:cBhvr>
                                        <p:cTn id="31" dur="500"/>
                                        <p:tgtEl>
                                          <p:spTgt spid="665"/>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652"/>
                                        </p:tgtEl>
                                        <p:attrNameLst>
                                          <p:attrName>style.visibility</p:attrName>
                                        </p:attrNameLst>
                                      </p:cBhvr>
                                      <p:to>
                                        <p:strVal val="visible"/>
                                      </p:to>
                                    </p:set>
                                    <p:animEffect transition="in" filter="wipe(down)">
                                      <p:cBhvr>
                                        <p:cTn id="34" dur="500"/>
                                        <p:tgtEl>
                                          <p:spTgt spid="652"/>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654"/>
                                        </p:tgtEl>
                                        <p:attrNameLst>
                                          <p:attrName>style.visibility</p:attrName>
                                        </p:attrNameLst>
                                      </p:cBhvr>
                                      <p:to>
                                        <p:strVal val="visible"/>
                                      </p:to>
                                    </p:set>
                                    <p:animEffect transition="in" filter="wipe(down)">
                                      <p:cBhvr>
                                        <p:cTn id="37" dur="500"/>
                                        <p:tgtEl>
                                          <p:spTgt spid="654"/>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655"/>
                                        </p:tgtEl>
                                        <p:attrNameLst>
                                          <p:attrName>style.visibility</p:attrName>
                                        </p:attrNameLst>
                                      </p:cBhvr>
                                      <p:to>
                                        <p:strVal val="visible"/>
                                      </p:to>
                                    </p:set>
                                    <p:animEffect transition="in" filter="wipe(down)">
                                      <p:cBhvr>
                                        <p:cTn id="40" dur="500"/>
                                        <p:tgtEl>
                                          <p:spTgt spid="655"/>
                                        </p:tgtEl>
                                      </p:cBhvr>
                                    </p:animEffect>
                                  </p:childTnLst>
                                </p:cTn>
                              </p:par>
                              <p:par>
                                <p:cTn id="41" presetID="22" presetClass="entr" presetSubtype="4" fill="hold" nodeType="withEffect">
                                  <p:stCondLst>
                                    <p:cond delay="0"/>
                                  </p:stCondLst>
                                  <p:childTnLst>
                                    <p:set>
                                      <p:cBhvr>
                                        <p:cTn id="42" dur="1" fill="hold">
                                          <p:stCondLst>
                                            <p:cond delay="0"/>
                                          </p:stCondLst>
                                        </p:cTn>
                                        <p:tgtEl>
                                          <p:spTgt spid="656"/>
                                        </p:tgtEl>
                                        <p:attrNameLst>
                                          <p:attrName>style.visibility</p:attrName>
                                        </p:attrNameLst>
                                      </p:cBhvr>
                                      <p:to>
                                        <p:strVal val="visible"/>
                                      </p:to>
                                    </p:set>
                                    <p:animEffect transition="in" filter="wipe(down)">
                                      <p:cBhvr>
                                        <p:cTn id="43" dur="500"/>
                                        <p:tgtEl>
                                          <p:spTgt spid="656"/>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662"/>
                                        </p:tgtEl>
                                        <p:attrNameLst>
                                          <p:attrName>style.visibility</p:attrName>
                                        </p:attrNameLst>
                                      </p:cBhvr>
                                      <p:to>
                                        <p:strVal val="visible"/>
                                      </p:to>
                                    </p:set>
                                    <p:animEffect transition="in" filter="wipe(down)">
                                      <p:cBhvr>
                                        <p:cTn id="46" dur="500"/>
                                        <p:tgtEl>
                                          <p:spTgt spid="662"/>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663"/>
                                        </p:tgtEl>
                                        <p:attrNameLst>
                                          <p:attrName>style.visibility</p:attrName>
                                        </p:attrNameLst>
                                      </p:cBhvr>
                                      <p:to>
                                        <p:strVal val="visible"/>
                                      </p:to>
                                    </p:set>
                                    <p:animEffect transition="in" filter="wipe(down)">
                                      <p:cBhvr>
                                        <p:cTn id="49" dur="500"/>
                                        <p:tgtEl>
                                          <p:spTgt spid="663"/>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666"/>
                                        </p:tgtEl>
                                        <p:attrNameLst>
                                          <p:attrName>style.visibility</p:attrName>
                                        </p:attrNameLst>
                                      </p:cBhvr>
                                      <p:to>
                                        <p:strVal val="visible"/>
                                      </p:to>
                                    </p:set>
                                    <p:animEffect transition="in" filter="wipe(down)">
                                      <p:cBhvr>
                                        <p:cTn id="52" dur="500"/>
                                        <p:tgtEl>
                                          <p:spTgt spid="6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4" grpId="0" animBg="1"/>
      <p:bldP spid="645" grpId="0" animBg="1"/>
      <p:bldP spid="646" grpId="0"/>
      <p:bldP spid="647" grpId="0" build="p"/>
      <p:bldP spid="648" grpId="0"/>
      <p:bldP spid="651" grpId="0" animBg="1"/>
      <p:bldP spid="652" grpId="0" animBg="1"/>
      <p:bldP spid="653" grpId="0" animBg="1"/>
      <p:bldP spid="654" grpId="0" animBg="1"/>
      <p:bldP spid="655" grpId="0" animBg="1"/>
      <p:bldP spid="662" grpId="0" animBg="1"/>
      <p:bldP spid="663" grpId="0" animBg="1"/>
      <p:bldP spid="664" grpId="0" animBg="1"/>
      <p:bldP spid="665" grpId="0" animBg="1"/>
      <p:bldP spid="66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43"/>
        <p:cNvGrpSpPr/>
        <p:nvPr/>
      </p:nvGrpSpPr>
      <p:grpSpPr>
        <a:xfrm>
          <a:off x="0" y="0"/>
          <a:ext cx="0" cy="0"/>
          <a:chOff x="0" y="0"/>
          <a:chExt cx="0" cy="0"/>
        </a:xfrm>
      </p:grpSpPr>
      <p:sp>
        <p:nvSpPr>
          <p:cNvPr id="1744" name="Google Shape;1744;p59"/>
          <p:cNvSpPr/>
          <p:nvPr/>
        </p:nvSpPr>
        <p:spPr>
          <a:xfrm rot="7202286">
            <a:off x="3663080" y="3195443"/>
            <a:ext cx="666037" cy="662639"/>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59"/>
          <p:cNvSpPr txBox="1">
            <a:spLocks noGrp="1"/>
          </p:cNvSpPr>
          <p:nvPr>
            <p:ph type="title"/>
          </p:nvPr>
        </p:nvSpPr>
        <p:spPr>
          <a:xfrm>
            <a:off x="714300" y="553450"/>
            <a:ext cx="7715400" cy="60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Avantages de POWERBI</a:t>
            </a:r>
            <a:endParaRPr dirty="0"/>
          </a:p>
        </p:txBody>
      </p:sp>
      <p:sp>
        <p:nvSpPr>
          <p:cNvPr id="1746" name="Google Shape;1746;p59"/>
          <p:cNvSpPr txBox="1"/>
          <p:nvPr/>
        </p:nvSpPr>
        <p:spPr>
          <a:xfrm>
            <a:off x="7062300" y="212749"/>
            <a:ext cx="1367400" cy="300900"/>
          </a:xfrm>
          <a:prstGeom prst="rect">
            <a:avLst/>
          </a:prstGeom>
          <a:noFill/>
          <a:ln>
            <a:noFill/>
          </a:ln>
        </p:spPr>
        <p:txBody>
          <a:bodyPr spcFirstLastPara="1" wrap="square" lIns="91425" tIns="91425" rIns="0" bIns="91425" anchor="ctr" anchorCtr="0">
            <a:noAutofit/>
          </a:bodyPr>
          <a:lstStyle/>
          <a:p>
            <a:pPr marL="0" lvl="0" indent="0" algn="r" rtl="0">
              <a:spcBef>
                <a:spcPts val="0"/>
              </a:spcBef>
              <a:spcAft>
                <a:spcPts val="0"/>
              </a:spcAft>
              <a:buNone/>
            </a:pPr>
            <a:r>
              <a:rPr lang="en">
                <a:solidFill>
                  <a:schemeClr val="lt2"/>
                </a:solidFill>
                <a:latin typeface="Bebas Neue"/>
                <a:ea typeface="Bebas Neue"/>
                <a:cs typeface="Bebas Neue"/>
                <a:sym typeface="Bebas Neue"/>
              </a:rPr>
              <a:t>Data ANALYSIS</a:t>
            </a:r>
            <a:endParaRPr>
              <a:solidFill>
                <a:schemeClr val="lt2"/>
              </a:solidFill>
            </a:endParaRPr>
          </a:p>
        </p:txBody>
      </p:sp>
      <p:grpSp>
        <p:nvGrpSpPr>
          <p:cNvPr id="1747" name="Google Shape;1747;p59"/>
          <p:cNvGrpSpPr/>
          <p:nvPr/>
        </p:nvGrpSpPr>
        <p:grpSpPr>
          <a:xfrm>
            <a:off x="3118421" y="1429171"/>
            <a:ext cx="3478666" cy="2560710"/>
            <a:chOff x="3118421" y="1429171"/>
            <a:chExt cx="3478666" cy="2560710"/>
          </a:xfrm>
        </p:grpSpPr>
        <p:grpSp>
          <p:nvGrpSpPr>
            <p:cNvPr id="1748" name="Google Shape;1748;p59"/>
            <p:cNvGrpSpPr/>
            <p:nvPr/>
          </p:nvGrpSpPr>
          <p:grpSpPr>
            <a:xfrm rot="659716">
              <a:off x="3260461" y="1978737"/>
              <a:ext cx="2293211" cy="1710173"/>
              <a:chOff x="1062800" y="1986296"/>
              <a:chExt cx="2169540" cy="1617945"/>
            </a:xfrm>
          </p:grpSpPr>
          <p:sp>
            <p:nvSpPr>
              <p:cNvPr id="1749" name="Google Shape;1749;p59"/>
              <p:cNvSpPr/>
              <p:nvPr/>
            </p:nvSpPr>
            <p:spPr>
              <a:xfrm>
                <a:off x="1062800" y="1986296"/>
                <a:ext cx="2169540" cy="1617945"/>
              </a:xfrm>
              <a:custGeom>
                <a:avLst/>
                <a:gdLst/>
                <a:ahLst/>
                <a:cxnLst/>
                <a:rect l="l" t="t" r="r" b="b"/>
                <a:pathLst>
                  <a:path w="66074" h="49275" extrusionOk="0">
                    <a:moveTo>
                      <a:pt x="65878" y="35219"/>
                    </a:moveTo>
                    <a:lnTo>
                      <a:pt x="65308" y="32298"/>
                    </a:lnTo>
                    <a:lnTo>
                      <a:pt x="60694" y="33188"/>
                    </a:lnTo>
                    <a:lnTo>
                      <a:pt x="54601" y="1710"/>
                    </a:lnTo>
                    <a:cubicBezTo>
                      <a:pt x="54387" y="677"/>
                      <a:pt x="53390" y="0"/>
                      <a:pt x="52374" y="196"/>
                    </a:cubicBezTo>
                    <a:lnTo>
                      <a:pt x="1693" y="10012"/>
                    </a:lnTo>
                    <a:cubicBezTo>
                      <a:pt x="677" y="10208"/>
                      <a:pt x="0" y="11205"/>
                      <a:pt x="196" y="12239"/>
                    </a:cubicBezTo>
                    <a:lnTo>
                      <a:pt x="6307" y="43752"/>
                    </a:lnTo>
                    <a:lnTo>
                      <a:pt x="1693" y="44643"/>
                    </a:lnTo>
                    <a:lnTo>
                      <a:pt x="2263" y="47547"/>
                    </a:lnTo>
                    <a:cubicBezTo>
                      <a:pt x="2459" y="48598"/>
                      <a:pt x="3474" y="49275"/>
                      <a:pt x="4525" y="49079"/>
                    </a:cubicBezTo>
                    <a:lnTo>
                      <a:pt x="64346" y="37481"/>
                    </a:lnTo>
                    <a:cubicBezTo>
                      <a:pt x="65397" y="37286"/>
                      <a:pt x="66074" y="36270"/>
                      <a:pt x="65878" y="35219"/>
                    </a:cubicBezTo>
                    <a:close/>
                  </a:path>
                </a:pathLst>
              </a:custGeom>
              <a:gradFill>
                <a:gsLst>
                  <a:gs pos="0">
                    <a:schemeClr val="dk2"/>
                  </a:gs>
                  <a:gs pos="100000">
                    <a:schemeClr val="lt1"/>
                  </a:gs>
                </a:gsLst>
                <a:lin ang="5400012" scaled="0"/>
              </a:gra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59"/>
              <p:cNvSpPr/>
              <p:nvPr/>
            </p:nvSpPr>
            <p:spPr>
              <a:xfrm>
                <a:off x="1062800" y="1986854"/>
                <a:ext cx="1993479" cy="1436072"/>
              </a:xfrm>
              <a:custGeom>
                <a:avLst/>
                <a:gdLst/>
                <a:ahLst/>
                <a:cxnLst/>
                <a:rect l="l" t="t" r="r" b="b"/>
                <a:pathLst>
                  <a:path w="60712" h="43736" fill="none" extrusionOk="0">
                    <a:moveTo>
                      <a:pt x="60712" y="33189"/>
                    </a:moveTo>
                    <a:lnTo>
                      <a:pt x="6307" y="43735"/>
                    </a:lnTo>
                    <a:lnTo>
                      <a:pt x="196" y="12239"/>
                    </a:lnTo>
                    <a:cubicBezTo>
                      <a:pt x="0" y="11206"/>
                      <a:pt x="677" y="10209"/>
                      <a:pt x="1710" y="10013"/>
                    </a:cubicBezTo>
                    <a:lnTo>
                      <a:pt x="52357" y="197"/>
                    </a:lnTo>
                    <a:cubicBezTo>
                      <a:pt x="53390" y="1"/>
                      <a:pt x="54387" y="678"/>
                      <a:pt x="54583" y="171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59"/>
              <p:cNvSpPr/>
              <p:nvPr/>
            </p:nvSpPr>
            <p:spPr>
              <a:xfrm>
                <a:off x="1163997" y="2090415"/>
                <a:ext cx="1791675" cy="1259977"/>
              </a:xfrm>
              <a:custGeom>
                <a:avLst/>
                <a:gdLst/>
                <a:ahLst/>
                <a:cxnLst/>
                <a:rect l="l" t="t" r="r" b="b"/>
                <a:pathLst>
                  <a:path w="54566" h="38373" fill="none" extrusionOk="0">
                    <a:moveTo>
                      <a:pt x="0" y="9495"/>
                    </a:moveTo>
                    <a:lnTo>
                      <a:pt x="48972" y="0"/>
                    </a:lnTo>
                    <a:lnTo>
                      <a:pt x="54565" y="28895"/>
                    </a:lnTo>
                    <a:lnTo>
                      <a:pt x="5612" y="38372"/>
                    </a:ln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59"/>
              <p:cNvSpPr/>
              <p:nvPr/>
            </p:nvSpPr>
            <p:spPr>
              <a:xfrm>
                <a:off x="1118356" y="3046759"/>
                <a:ext cx="2113983" cy="557473"/>
              </a:xfrm>
              <a:custGeom>
                <a:avLst/>
                <a:gdLst/>
                <a:ahLst/>
                <a:cxnLst/>
                <a:rect l="l" t="t" r="r" b="b"/>
                <a:pathLst>
                  <a:path w="64382" h="16978" fill="none" extrusionOk="0">
                    <a:moveTo>
                      <a:pt x="1" y="12346"/>
                    </a:moveTo>
                    <a:lnTo>
                      <a:pt x="63616" y="1"/>
                    </a:lnTo>
                    <a:lnTo>
                      <a:pt x="64186" y="2922"/>
                    </a:lnTo>
                    <a:cubicBezTo>
                      <a:pt x="64382" y="3973"/>
                      <a:pt x="63705" y="4989"/>
                      <a:pt x="62654" y="5184"/>
                    </a:cubicBezTo>
                    <a:lnTo>
                      <a:pt x="2833" y="16782"/>
                    </a:lnTo>
                    <a:cubicBezTo>
                      <a:pt x="1782" y="16978"/>
                      <a:pt x="767" y="16301"/>
                      <a:pt x="571" y="15250"/>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59"/>
              <p:cNvSpPr/>
              <p:nvPr/>
            </p:nvSpPr>
            <p:spPr>
              <a:xfrm>
                <a:off x="1884028" y="3195336"/>
                <a:ext cx="567422" cy="149760"/>
              </a:xfrm>
              <a:custGeom>
                <a:avLst/>
                <a:gdLst/>
                <a:ahLst/>
                <a:cxnLst/>
                <a:rect l="l" t="t" r="r" b="b"/>
                <a:pathLst>
                  <a:path w="17281" h="4561" fill="none" extrusionOk="0">
                    <a:moveTo>
                      <a:pt x="1" y="3314"/>
                    </a:moveTo>
                    <a:lnTo>
                      <a:pt x="17067" y="0"/>
                    </a:lnTo>
                    <a:lnTo>
                      <a:pt x="17227" y="784"/>
                    </a:lnTo>
                    <a:cubicBezTo>
                      <a:pt x="17281" y="1069"/>
                      <a:pt x="17085" y="1336"/>
                      <a:pt x="16817" y="1390"/>
                    </a:cubicBezTo>
                    <a:lnTo>
                      <a:pt x="767" y="4507"/>
                    </a:lnTo>
                    <a:cubicBezTo>
                      <a:pt x="482" y="4561"/>
                      <a:pt x="214" y="4383"/>
                      <a:pt x="161" y="4098"/>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59"/>
              <p:cNvSpPr/>
              <p:nvPr/>
            </p:nvSpPr>
            <p:spPr>
              <a:xfrm>
                <a:off x="1365799" y="2636719"/>
                <a:ext cx="115842" cy="432897"/>
              </a:xfrm>
              <a:custGeom>
                <a:avLst/>
                <a:gdLst/>
                <a:ahLst/>
                <a:cxnLst/>
                <a:rect l="l" t="t" r="r" b="b"/>
                <a:pathLst>
                  <a:path w="3528" h="13184" fill="none" extrusionOk="0">
                    <a:moveTo>
                      <a:pt x="2530" y="13183"/>
                    </a:moveTo>
                    <a:lnTo>
                      <a:pt x="0" y="197"/>
                    </a:lnTo>
                    <a:lnTo>
                      <a:pt x="998" y="1"/>
                    </a:lnTo>
                    <a:lnTo>
                      <a:pt x="3527" y="12987"/>
                    </a:ln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59"/>
              <p:cNvSpPr/>
              <p:nvPr/>
            </p:nvSpPr>
            <p:spPr>
              <a:xfrm>
                <a:off x="1549443" y="2765989"/>
                <a:ext cx="84846" cy="267934"/>
              </a:xfrm>
              <a:custGeom>
                <a:avLst/>
                <a:gdLst/>
                <a:ahLst/>
                <a:cxnLst/>
                <a:rect l="l" t="t" r="r" b="b"/>
                <a:pathLst>
                  <a:path w="2584" h="8160" fill="none" extrusionOk="0">
                    <a:moveTo>
                      <a:pt x="998" y="1"/>
                    </a:moveTo>
                    <a:lnTo>
                      <a:pt x="2584" y="7964"/>
                    </a:lnTo>
                    <a:lnTo>
                      <a:pt x="1586" y="8160"/>
                    </a:lnTo>
                    <a:lnTo>
                      <a:pt x="1" y="197"/>
                    </a:ln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59"/>
              <p:cNvSpPr/>
              <p:nvPr/>
            </p:nvSpPr>
            <p:spPr>
              <a:xfrm>
                <a:off x="1641873" y="2453633"/>
                <a:ext cx="139844" cy="551037"/>
              </a:xfrm>
              <a:custGeom>
                <a:avLst/>
                <a:gdLst/>
                <a:ahLst/>
                <a:cxnLst/>
                <a:rect l="l" t="t" r="r" b="b"/>
                <a:pathLst>
                  <a:path w="4259" h="16782" fill="none" extrusionOk="0">
                    <a:moveTo>
                      <a:pt x="3261" y="16782"/>
                    </a:moveTo>
                    <a:lnTo>
                      <a:pt x="0" y="197"/>
                    </a:lnTo>
                    <a:lnTo>
                      <a:pt x="998" y="1"/>
                    </a:lnTo>
                    <a:lnTo>
                      <a:pt x="4258" y="16586"/>
                    </a:ln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59"/>
              <p:cNvSpPr/>
              <p:nvPr/>
            </p:nvSpPr>
            <p:spPr>
              <a:xfrm>
                <a:off x="1831985" y="2644337"/>
                <a:ext cx="97126" cy="331108"/>
              </a:xfrm>
              <a:custGeom>
                <a:avLst/>
                <a:gdLst/>
                <a:ahLst/>
                <a:cxnLst/>
                <a:rect l="l" t="t" r="r" b="b"/>
                <a:pathLst>
                  <a:path w="2958" h="10084" fill="none" extrusionOk="0">
                    <a:moveTo>
                      <a:pt x="1960" y="10083"/>
                    </a:moveTo>
                    <a:lnTo>
                      <a:pt x="0" y="196"/>
                    </a:lnTo>
                    <a:lnTo>
                      <a:pt x="998" y="0"/>
                    </a:lnTo>
                    <a:lnTo>
                      <a:pt x="2957" y="9887"/>
                    </a:ln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59"/>
              <p:cNvSpPr/>
              <p:nvPr/>
            </p:nvSpPr>
            <p:spPr>
              <a:xfrm>
                <a:off x="1959483" y="2513293"/>
                <a:ext cx="117024" cy="433488"/>
              </a:xfrm>
              <a:custGeom>
                <a:avLst/>
                <a:gdLst/>
                <a:ahLst/>
                <a:cxnLst/>
                <a:rect l="l" t="t" r="r" b="b"/>
                <a:pathLst>
                  <a:path w="3564" h="13202" fill="none" extrusionOk="0">
                    <a:moveTo>
                      <a:pt x="2566" y="13201"/>
                    </a:moveTo>
                    <a:lnTo>
                      <a:pt x="1" y="197"/>
                    </a:lnTo>
                    <a:lnTo>
                      <a:pt x="998" y="1"/>
                    </a:lnTo>
                    <a:lnTo>
                      <a:pt x="3564" y="13005"/>
                    </a:ln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59"/>
              <p:cNvSpPr/>
              <p:nvPr/>
            </p:nvSpPr>
            <p:spPr>
              <a:xfrm>
                <a:off x="2106877" y="2484629"/>
                <a:ext cx="117024" cy="432897"/>
              </a:xfrm>
              <a:custGeom>
                <a:avLst/>
                <a:gdLst/>
                <a:ahLst/>
                <a:cxnLst/>
                <a:rect l="l" t="t" r="r" b="b"/>
                <a:pathLst>
                  <a:path w="3564" h="13184" fill="none" extrusionOk="0">
                    <a:moveTo>
                      <a:pt x="2566" y="13184"/>
                    </a:moveTo>
                    <a:lnTo>
                      <a:pt x="1" y="197"/>
                    </a:lnTo>
                    <a:lnTo>
                      <a:pt x="998" y="1"/>
                    </a:lnTo>
                    <a:lnTo>
                      <a:pt x="3564" y="12988"/>
                    </a:ln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59"/>
              <p:cNvSpPr/>
              <p:nvPr/>
            </p:nvSpPr>
            <p:spPr>
              <a:xfrm>
                <a:off x="2254305" y="2455406"/>
                <a:ext cx="116991" cy="433455"/>
              </a:xfrm>
              <a:custGeom>
                <a:avLst/>
                <a:gdLst/>
                <a:ahLst/>
                <a:cxnLst/>
                <a:rect l="l" t="t" r="r" b="b"/>
                <a:pathLst>
                  <a:path w="3563" h="13201" fill="none" extrusionOk="0">
                    <a:moveTo>
                      <a:pt x="2565" y="13201"/>
                    </a:moveTo>
                    <a:lnTo>
                      <a:pt x="0" y="196"/>
                    </a:lnTo>
                    <a:lnTo>
                      <a:pt x="998" y="0"/>
                    </a:lnTo>
                    <a:lnTo>
                      <a:pt x="3563" y="13005"/>
                    </a:ln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59"/>
              <p:cNvSpPr/>
              <p:nvPr/>
            </p:nvSpPr>
            <p:spPr>
              <a:xfrm>
                <a:off x="2478303" y="2670637"/>
                <a:ext cx="67903" cy="183712"/>
              </a:xfrm>
              <a:custGeom>
                <a:avLst/>
                <a:gdLst/>
                <a:ahLst/>
                <a:cxnLst/>
                <a:rect l="l" t="t" r="r" b="b"/>
                <a:pathLst>
                  <a:path w="2068" h="5595" fill="none" extrusionOk="0">
                    <a:moveTo>
                      <a:pt x="1070" y="5595"/>
                    </a:moveTo>
                    <a:lnTo>
                      <a:pt x="1" y="197"/>
                    </a:lnTo>
                    <a:lnTo>
                      <a:pt x="999" y="1"/>
                    </a:lnTo>
                    <a:lnTo>
                      <a:pt x="2067" y="5399"/>
                    </a:ln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59"/>
              <p:cNvSpPr/>
              <p:nvPr/>
            </p:nvSpPr>
            <p:spPr>
              <a:xfrm>
                <a:off x="1399126" y="2873030"/>
                <a:ext cx="1336023" cy="256244"/>
              </a:xfrm>
              <a:custGeom>
                <a:avLst/>
                <a:gdLst/>
                <a:ahLst/>
                <a:cxnLst/>
                <a:rect l="l" t="t" r="r" b="b"/>
                <a:pathLst>
                  <a:path w="40689" h="7804" fill="none" extrusionOk="0">
                    <a:moveTo>
                      <a:pt x="40688" y="1"/>
                    </a:moveTo>
                    <a:lnTo>
                      <a:pt x="1" y="7803"/>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63" name="Google Shape;1763;p59"/>
            <p:cNvGrpSpPr/>
            <p:nvPr/>
          </p:nvGrpSpPr>
          <p:grpSpPr>
            <a:xfrm rot="-1708478">
              <a:off x="4394965" y="1757610"/>
              <a:ext cx="1860831" cy="1903833"/>
              <a:chOff x="6882732" y="2040297"/>
              <a:chExt cx="1861102" cy="1904111"/>
            </a:xfrm>
          </p:grpSpPr>
          <p:grpSp>
            <p:nvGrpSpPr>
              <p:cNvPr id="1764" name="Google Shape;1764;p59"/>
              <p:cNvGrpSpPr/>
              <p:nvPr/>
            </p:nvGrpSpPr>
            <p:grpSpPr>
              <a:xfrm rot="1800000">
                <a:off x="7153488" y="2273972"/>
                <a:ext cx="1319590" cy="1436760"/>
                <a:chOff x="2956444" y="-416775"/>
                <a:chExt cx="1627918" cy="1772276"/>
              </a:xfrm>
            </p:grpSpPr>
            <p:sp>
              <p:nvSpPr>
                <p:cNvPr id="1765" name="Google Shape;1765;p59"/>
                <p:cNvSpPr/>
                <p:nvPr/>
              </p:nvSpPr>
              <p:spPr>
                <a:xfrm rot="-1685758">
                  <a:off x="3256913" y="-103587"/>
                  <a:ext cx="989043" cy="989043"/>
                </a:xfrm>
                <a:custGeom>
                  <a:avLst/>
                  <a:gdLst/>
                  <a:ahLst/>
                  <a:cxnLst/>
                  <a:rect l="l" t="t" r="r" b="b"/>
                  <a:pathLst>
                    <a:path w="28717" h="28717" extrusionOk="0">
                      <a:moveTo>
                        <a:pt x="27541" y="12221"/>
                      </a:moveTo>
                      <a:cubicBezTo>
                        <a:pt x="28717" y="19507"/>
                        <a:pt x="23765" y="26365"/>
                        <a:pt x="16479" y="27541"/>
                      </a:cubicBezTo>
                      <a:cubicBezTo>
                        <a:pt x="9210" y="28717"/>
                        <a:pt x="2352" y="23765"/>
                        <a:pt x="1176" y="16478"/>
                      </a:cubicBezTo>
                      <a:cubicBezTo>
                        <a:pt x="0" y="9192"/>
                        <a:pt x="4953" y="2334"/>
                        <a:pt x="12239" y="1158"/>
                      </a:cubicBezTo>
                      <a:cubicBezTo>
                        <a:pt x="19525" y="0"/>
                        <a:pt x="26383" y="4953"/>
                        <a:pt x="27541" y="12221"/>
                      </a:cubicBezTo>
                      <a:close/>
                    </a:path>
                  </a:pathLst>
                </a:custGeom>
                <a:gradFill>
                  <a:gsLst>
                    <a:gs pos="0">
                      <a:schemeClr val="dk2"/>
                    </a:gs>
                    <a:gs pos="100000">
                      <a:schemeClr val="lt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59"/>
                <p:cNvSpPr/>
                <p:nvPr/>
              </p:nvSpPr>
              <p:spPr>
                <a:xfrm rot="-1685758">
                  <a:off x="4089280" y="737191"/>
                  <a:ext cx="118443" cy="204959"/>
                </a:xfrm>
                <a:custGeom>
                  <a:avLst/>
                  <a:gdLst/>
                  <a:ahLst/>
                  <a:cxnLst/>
                  <a:rect l="l" t="t" r="r" b="b"/>
                  <a:pathLst>
                    <a:path w="3439" h="5951" extrusionOk="0">
                      <a:moveTo>
                        <a:pt x="1" y="499"/>
                      </a:moveTo>
                      <a:lnTo>
                        <a:pt x="2227" y="0"/>
                      </a:lnTo>
                      <a:lnTo>
                        <a:pt x="3439" y="5451"/>
                      </a:lnTo>
                      <a:lnTo>
                        <a:pt x="1230" y="5950"/>
                      </a:lnTo>
                      <a:close/>
                    </a:path>
                  </a:pathLst>
                </a:custGeom>
                <a:gradFill>
                  <a:gsLst>
                    <a:gs pos="0">
                      <a:schemeClr val="accent1"/>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59"/>
                <p:cNvSpPr/>
                <p:nvPr/>
              </p:nvSpPr>
              <p:spPr>
                <a:xfrm rot="-1685758">
                  <a:off x="4188388" y="804968"/>
                  <a:ext cx="292714" cy="511759"/>
                </a:xfrm>
                <a:custGeom>
                  <a:avLst/>
                  <a:gdLst/>
                  <a:ahLst/>
                  <a:cxnLst/>
                  <a:rect l="l" t="t" r="r" b="b"/>
                  <a:pathLst>
                    <a:path w="8499" h="14859" extrusionOk="0">
                      <a:moveTo>
                        <a:pt x="1" y="1266"/>
                      </a:moveTo>
                      <a:lnTo>
                        <a:pt x="5648" y="1"/>
                      </a:lnTo>
                      <a:lnTo>
                        <a:pt x="8213" y="11456"/>
                      </a:lnTo>
                      <a:cubicBezTo>
                        <a:pt x="8498" y="12774"/>
                        <a:pt x="7679" y="14057"/>
                        <a:pt x="6378" y="14359"/>
                      </a:cubicBezTo>
                      <a:lnTo>
                        <a:pt x="5452" y="14555"/>
                      </a:lnTo>
                      <a:cubicBezTo>
                        <a:pt x="4151" y="14858"/>
                        <a:pt x="2851" y="14021"/>
                        <a:pt x="2566" y="12720"/>
                      </a:cubicBezTo>
                      <a:lnTo>
                        <a:pt x="1" y="1266"/>
                      </a:ln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59"/>
                <p:cNvSpPr/>
                <p:nvPr/>
              </p:nvSpPr>
              <p:spPr>
                <a:xfrm rot="-1685758">
                  <a:off x="3167104" y="-212431"/>
                  <a:ext cx="1164555" cy="1186011"/>
                </a:xfrm>
                <a:custGeom>
                  <a:avLst/>
                  <a:gdLst/>
                  <a:ahLst/>
                  <a:cxnLst/>
                  <a:rect l="l" t="t" r="r" b="b"/>
                  <a:pathLst>
                    <a:path w="33813" h="34436" extrusionOk="0">
                      <a:moveTo>
                        <a:pt x="13344" y="1924"/>
                      </a:moveTo>
                      <a:cubicBezTo>
                        <a:pt x="7038" y="3349"/>
                        <a:pt x="2210" y="8408"/>
                        <a:pt x="1105" y="14768"/>
                      </a:cubicBezTo>
                      <a:cubicBezTo>
                        <a:pt x="1" y="21128"/>
                        <a:pt x="2833" y="27523"/>
                        <a:pt x="8285" y="30979"/>
                      </a:cubicBezTo>
                      <a:cubicBezTo>
                        <a:pt x="13754" y="34435"/>
                        <a:pt x="20737" y="34275"/>
                        <a:pt x="26028" y="30552"/>
                      </a:cubicBezTo>
                      <a:cubicBezTo>
                        <a:pt x="31301" y="26828"/>
                        <a:pt x="33813" y="20308"/>
                        <a:pt x="32405" y="14002"/>
                      </a:cubicBezTo>
                      <a:cubicBezTo>
                        <a:pt x="30481" y="5416"/>
                        <a:pt x="21948" y="0"/>
                        <a:pt x="13344" y="1924"/>
                      </a:cubicBezTo>
                      <a:close/>
                      <a:moveTo>
                        <a:pt x="19757" y="30534"/>
                      </a:moveTo>
                      <a:cubicBezTo>
                        <a:pt x="14484" y="31710"/>
                        <a:pt x="9015" y="29607"/>
                        <a:pt x="5897" y="25190"/>
                      </a:cubicBezTo>
                      <a:cubicBezTo>
                        <a:pt x="2798" y="20772"/>
                        <a:pt x="2655" y="14911"/>
                        <a:pt x="5541" y="10350"/>
                      </a:cubicBezTo>
                      <a:cubicBezTo>
                        <a:pt x="8445" y="5790"/>
                        <a:pt x="13789" y="3403"/>
                        <a:pt x="19116" y="4329"/>
                      </a:cubicBezTo>
                      <a:cubicBezTo>
                        <a:pt x="24442" y="5255"/>
                        <a:pt x="28682" y="9299"/>
                        <a:pt x="29876" y="14572"/>
                      </a:cubicBezTo>
                      <a:cubicBezTo>
                        <a:pt x="31479" y="21769"/>
                        <a:pt x="26954" y="28913"/>
                        <a:pt x="19757" y="30534"/>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59"/>
                <p:cNvSpPr/>
                <p:nvPr/>
              </p:nvSpPr>
              <p:spPr>
                <a:xfrm rot="-1685758">
                  <a:off x="3633731" y="686682"/>
                  <a:ext cx="59549" cy="60134"/>
                </a:xfrm>
                <a:custGeom>
                  <a:avLst/>
                  <a:gdLst/>
                  <a:ahLst/>
                  <a:cxnLst/>
                  <a:rect l="l" t="t" r="r" b="b"/>
                  <a:pathLst>
                    <a:path w="1729" h="1746" fill="none" extrusionOk="0">
                      <a:moveTo>
                        <a:pt x="1729" y="748"/>
                      </a:moveTo>
                      <a:cubicBezTo>
                        <a:pt x="1729" y="1408"/>
                        <a:pt x="945" y="1746"/>
                        <a:pt x="464" y="1283"/>
                      </a:cubicBezTo>
                      <a:cubicBezTo>
                        <a:pt x="1" y="820"/>
                        <a:pt x="321" y="18"/>
                        <a:pt x="980" y="18"/>
                      </a:cubicBezTo>
                      <a:cubicBezTo>
                        <a:pt x="1390" y="0"/>
                        <a:pt x="1729" y="339"/>
                        <a:pt x="1729" y="748"/>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59"/>
                <p:cNvSpPr/>
                <p:nvPr/>
              </p:nvSpPr>
              <p:spPr>
                <a:xfrm rot="-1685758">
                  <a:off x="3920185" y="240959"/>
                  <a:ext cx="59549" cy="60168"/>
                </a:xfrm>
                <a:custGeom>
                  <a:avLst/>
                  <a:gdLst/>
                  <a:ahLst/>
                  <a:cxnLst/>
                  <a:rect l="l" t="t" r="r" b="b"/>
                  <a:pathLst>
                    <a:path w="1729" h="1747" fill="none" extrusionOk="0">
                      <a:moveTo>
                        <a:pt x="1729" y="749"/>
                      </a:moveTo>
                      <a:cubicBezTo>
                        <a:pt x="1729" y="1408"/>
                        <a:pt x="927" y="1746"/>
                        <a:pt x="464" y="1283"/>
                      </a:cubicBezTo>
                      <a:cubicBezTo>
                        <a:pt x="1" y="802"/>
                        <a:pt x="321" y="0"/>
                        <a:pt x="998" y="0"/>
                      </a:cubicBezTo>
                      <a:cubicBezTo>
                        <a:pt x="1408" y="0"/>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59"/>
                <p:cNvSpPr/>
                <p:nvPr/>
              </p:nvSpPr>
              <p:spPr>
                <a:xfrm rot="-1685758">
                  <a:off x="3804917" y="483952"/>
                  <a:ext cx="59549" cy="59549"/>
                </a:xfrm>
                <a:custGeom>
                  <a:avLst/>
                  <a:gdLst/>
                  <a:ahLst/>
                  <a:cxnLst/>
                  <a:rect l="l" t="t" r="r" b="b"/>
                  <a:pathLst>
                    <a:path w="1729" h="1729" fill="none" extrusionOk="0">
                      <a:moveTo>
                        <a:pt x="1729" y="749"/>
                      </a:moveTo>
                      <a:cubicBezTo>
                        <a:pt x="1729" y="1408"/>
                        <a:pt x="927" y="1729"/>
                        <a:pt x="464" y="1266"/>
                      </a:cubicBezTo>
                      <a:cubicBezTo>
                        <a:pt x="1" y="803"/>
                        <a:pt x="322" y="1"/>
                        <a:pt x="999" y="1"/>
                      </a:cubicBezTo>
                      <a:cubicBezTo>
                        <a:pt x="1390"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59"/>
                <p:cNvSpPr/>
                <p:nvPr/>
              </p:nvSpPr>
              <p:spPr>
                <a:xfrm rot="-1685758">
                  <a:off x="3656982" y="206840"/>
                  <a:ext cx="59549" cy="59549"/>
                </a:xfrm>
                <a:custGeom>
                  <a:avLst/>
                  <a:gdLst/>
                  <a:ahLst/>
                  <a:cxnLst/>
                  <a:rect l="l" t="t" r="r" b="b"/>
                  <a:pathLst>
                    <a:path w="1729" h="1729" fill="none" extrusionOk="0">
                      <a:moveTo>
                        <a:pt x="1729" y="731"/>
                      </a:moveTo>
                      <a:cubicBezTo>
                        <a:pt x="1729" y="1390"/>
                        <a:pt x="927" y="1729"/>
                        <a:pt x="464" y="1266"/>
                      </a:cubicBezTo>
                      <a:cubicBezTo>
                        <a:pt x="1" y="785"/>
                        <a:pt x="322" y="1"/>
                        <a:pt x="999" y="1"/>
                      </a:cubicBezTo>
                      <a:cubicBezTo>
                        <a:pt x="1390" y="1"/>
                        <a:pt x="1729" y="322"/>
                        <a:pt x="1729" y="73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59"/>
                <p:cNvSpPr/>
                <p:nvPr/>
              </p:nvSpPr>
              <p:spPr>
                <a:xfrm rot="-1685758">
                  <a:off x="3625057" y="514757"/>
                  <a:ext cx="17221" cy="173652"/>
                </a:xfrm>
                <a:custGeom>
                  <a:avLst/>
                  <a:gdLst/>
                  <a:ahLst/>
                  <a:cxnLst/>
                  <a:rect l="l" t="t" r="r" b="b"/>
                  <a:pathLst>
                    <a:path w="500" h="5042" fill="none" extrusionOk="0">
                      <a:moveTo>
                        <a:pt x="1" y="5042"/>
                      </a:moveTo>
                      <a:lnTo>
                        <a:pt x="500" y="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59"/>
                <p:cNvSpPr/>
                <p:nvPr/>
              </p:nvSpPr>
              <p:spPr>
                <a:xfrm rot="-1685758">
                  <a:off x="3641679" y="449510"/>
                  <a:ext cx="154675" cy="97571"/>
                </a:xfrm>
                <a:custGeom>
                  <a:avLst/>
                  <a:gdLst/>
                  <a:ahLst/>
                  <a:cxnLst/>
                  <a:rect l="l" t="t" r="r" b="b"/>
                  <a:pathLst>
                    <a:path w="4491" h="2833" fill="none" extrusionOk="0">
                      <a:moveTo>
                        <a:pt x="1" y="0"/>
                      </a:moveTo>
                      <a:lnTo>
                        <a:pt x="4490" y="2833"/>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59"/>
                <p:cNvSpPr/>
                <p:nvPr/>
              </p:nvSpPr>
              <p:spPr>
                <a:xfrm rot="-1685758">
                  <a:off x="3762760" y="237601"/>
                  <a:ext cx="34" cy="263233"/>
                </a:xfrm>
                <a:custGeom>
                  <a:avLst/>
                  <a:gdLst/>
                  <a:ahLst/>
                  <a:cxnLst/>
                  <a:rect l="l" t="t" r="r" b="b"/>
                  <a:pathLst>
                    <a:path w="1" h="7643" fill="none" extrusionOk="0">
                      <a:moveTo>
                        <a:pt x="1" y="7643"/>
                      </a:moveTo>
                      <a:lnTo>
                        <a:pt x="1" y="1"/>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59"/>
                <p:cNvSpPr/>
                <p:nvPr/>
              </p:nvSpPr>
              <p:spPr>
                <a:xfrm rot="-1685758">
                  <a:off x="3732400" y="186253"/>
                  <a:ext cx="173652" cy="122748"/>
                </a:xfrm>
                <a:custGeom>
                  <a:avLst/>
                  <a:gdLst/>
                  <a:ahLst/>
                  <a:cxnLst/>
                  <a:rect l="l" t="t" r="r" b="b"/>
                  <a:pathLst>
                    <a:path w="5042" h="3564" fill="none" extrusionOk="0">
                      <a:moveTo>
                        <a:pt x="0" y="1"/>
                      </a:moveTo>
                      <a:lnTo>
                        <a:pt x="5042" y="3564"/>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59"/>
                <p:cNvSpPr/>
                <p:nvPr/>
              </p:nvSpPr>
              <p:spPr>
                <a:xfrm rot="-1685758">
                  <a:off x="3885238" y="25901"/>
                  <a:ext cx="654" cy="230755"/>
                </a:xfrm>
                <a:custGeom>
                  <a:avLst/>
                  <a:gdLst/>
                  <a:ahLst/>
                  <a:cxnLst/>
                  <a:rect l="l" t="t" r="r" b="b"/>
                  <a:pathLst>
                    <a:path w="19" h="6700" fill="none" extrusionOk="0">
                      <a:moveTo>
                        <a:pt x="0" y="6699"/>
                      </a:moveTo>
                      <a:lnTo>
                        <a:pt x="18" y="1"/>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59"/>
                <p:cNvSpPr/>
                <p:nvPr/>
              </p:nvSpPr>
              <p:spPr>
                <a:xfrm rot="-1685758">
                  <a:off x="3819341" y="33672"/>
                  <a:ext cx="34992" cy="30101"/>
                </a:xfrm>
                <a:custGeom>
                  <a:avLst/>
                  <a:gdLst/>
                  <a:ahLst/>
                  <a:cxnLst/>
                  <a:rect l="l" t="t" r="r" b="b"/>
                  <a:pathLst>
                    <a:path w="1016" h="874" fill="none" extrusionOk="0">
                      <a:moveTo>
                        <a:pt x="1016" y="838"/>
                      </a:moveTo>
                      <a:lnTo>
                        <a:pt x="481" y="0"/>
                      </a:lnTo>
                      <a:lnTo>
                        <a:pt x="0" y="873"/>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79" name="Google Shape;1779;p59"/>
              <p:cNvSpPr/>
              <p:nvPr/>
            </p:nvSpPr>
            <p:spPr>
              <a:xfrm rot="113924">
                <a:off x="7656437" y="2922773"/>
                <a:ext cx="48270" cy="48274"/>
              </a:xfrm>
              <a:custGeom>
                <a:avLst/>
                <a:gdLst/>
                <a:ahLst/>
                <a:cxnLst/>
                <a:rect l="l" t="t" r="r" b="b"/>
                <a:pathLst>
                  <a:path w="1729" h="1729" fill="none" extrusionOk="0">
                    <a:moveTo>
                      <a:pt x="1729" y="731"/>
                    </a:moveTo>
                    <a:cubicBezTo>
                      <a:pt x="1729" y="1390"/>
                      <a:pt x="927" y="1729"/>
                      <a:pt x="464" y="1266"/>
                    </a:cubicBezTo>
                    <a:cubicBezTo>
                      <a:pt x="1" y="785"/>
                      <a:pt x="322" y="1"/>
                      <a:pt x="999" y="1"/>
                    </a:cubicBezTo>
                    <a:cubicBezTo>
                      <a:pt x="1390" y="1"/>
                      <a:pt x="1729" y="322"/>
                      <a:pt x="1729" y="73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780" name="Google Shape;1780;p59"/>
          <p:cNvSpPr txBox="1"/>
          <p:nvPr/>
        </p:nvSpPr>
        <p:spPr>
          <a:xfrm>
            <a:off x="671441" y="1617638"/>
            <a:ext cx="1795864" cy="98028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FR" sz="1800" dirty="0">
                <a:solidFill>
                  <a:schemeClr val="accent1">
                    <a:lumMod val="75000"/>
                  </a:schemeClr>
                </a:solidFill>
                <a:latin typeface="Arial Black" panose="020B0A04020102020204" pitchFamily="34" charset="0"/>
                <a:sym typeface="Bebas Neue"/>
              </a:rPr>
              <a:t>Facilité</a:t>
            </a:r>
            <a:r>
              <a:rPr lang="fr-FR" sz="1800" dirty="0">
                <a:solidFill>
                  <a:schemeClr val="tx1"/>
                </a:solidFill>
                <a:latin typeface="Arial Black" panose="020B0A04020102020204" pitchFamily="34" charset="0"/>
                <a:sym typeface="Bebas Neue"/>
              </a:rPr>
              <a:t> d'utilisation</a:t>
            </a:r>
            <a:endParaRPr sz="1800" dirty="0">
              <a:solidFill>
                <a:schemeClr val="tx1"/>
              </a:solidFill>
              <a:latin typeface="Arial Black" panose="020B0A04020102020204" pitchFamily="34" charset="0"/>
              <a:sym typeface="Bebas Neue"/>
            </a:endParaRPr>
          </a:p>
        </p:txBody>
      </p:sp>
      <p:sp>
        <p:nvSpPr>
          <p:cNvPr id="1782" name="Google Shape;1782;p59"/>
          <p:cNvSpPr txBox="1"/>
          <p:nvPr/>
        </p:nvSpPr>
        <p:spPr>
          <a:xfrm>
            <a:off x="433712" y="3017736"/>
            <a:ext cx="2324867" cy="81928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fr-FR" sz="1800" dirty="0">
                <a:solidFill>
                  <a:schemeClr val="accent1">
                    <a:lumMod val="75000"/>
                  </a:schemeClr>
                </a:solidFill>
                <a:latin typeface="Arial Black" panose="020B0A04020102020204" pitchFamily="34" charset="0"/>
                <a:sym typeface="Bebas Neue"/>
              </a:rPr>
              <a:t>Intégration</a:t>
            </a:r>
            <a:r>
              <a:rPr lang="fr-FR" sz="1800" dirty="0">
                <a:solidFill>
                  <a:schemeClr val="tx1"/>
                </a:solidFill>
                <a:latin typeface="Arial Black" panose="020B0A04020102020204" pitchFamily="34" charset="0"/>
                <a:sym typeface="Bebas Neue"/>
              </a:rPr>
              <a:t> avec les produits Microsoft</a:t>
            </a:r>
            <a:endParaRPr sz="1800" dirty="0">
              <a:solidFill>
                <a:schemeClr val="tx1"/>
              </a:solidFill>
              <a:latin typeface="Arial Black" panose="020B0A04020102020204" pitchFamily="34" charset="0"/>
              <a:sym typeface="Bebas Neue"/>
            </a:endParaRPr>
          </a:p>
        </p:txBody>
      </p:sp>
      <p:sp>
        <p:nvSpPr>
          <p:cNvPr id="1784" name="Google Shape;1784;p59"/>
          <p:cNvSpPr txBox="1"/>
          <p:nvPr/>
        </p:nvSpPr>
        <p:spPr>
          <a:xfrm>
            <a:off x="6861964" y="1632050"/>
            <a:ext cx="2053435" cy="799152"/>
          </a:xfrm>
          <a:prstGeom prst="rect">
            <a:avLst/>
          </a:prstGeom>
          <a:noFill/>
          <a:ln>
            <a:noFill/>
          </a:ln>
        </p:spPr>
        <p:txBody>
          <a:bodyPr spcFirstLastPara="1" wrap="square" lIns="91425" tIns="91425" rIns="91425" bIns="91425" anchor="ctr" anchorCtr="0">
            <a:noAutofit/>
          </a:bodyPr>
          <a:lstStyle/>
          <a:p>
            <a:r>
              <a:rPr lang="fr-FR" sz="1800" dirty="0">
                <a:solidFill>
                  <a:schemeClr val="accent1">
                    <a:lumMod val="75000"/>
                  </a:schemeClr>
                </a:solidFill>
                <a:latin typeface="Arial Black" panose="020B0A04020102020204" pitchFamily="34" charset="0"/>
                <a:sym typeface="Bebas Neue"/>
              </a:rPr>
              <a:t>Large gamme </a:t>
            </a:r>
            <a:r>
              <a:rPr lang="fr-FR" sz="1800" dirty="0">
                <a:solidFill>
                  <a:schemeClr val="tx1"/>
                </a:solidFill>
                <a:latin typeface="Arial Black" panose="020B0A04020102020204" pitchFamily="34" charset="0"/>
                <a:sym typeface="Bebas Neue"/>
              </a:rPr>
              <a:t>de visualisations</a:t>
            </a:r>
            <a:endParaRPr sz="1800" dirty="0">
              <a:solidFill>
                <a:schemeClr val="tx1"/>
              </a:solidFill>
              <a:latin typeface="Arial Black" panose="020B0A04020102020204" pitchFamily="34" charset="0"/>
              <a:sym typeface="Bebas Neue"/>
            </a:endParaRPr>
          </a:p>
        </p:txBody>
      </p:sp>
      <p:sp>
        <p:nvSpPr>
          <p:cNvPr id="1786" name="Google Shape;1786;p59"/>
          <p:cNvSpPr txBox="1"/>
          <p:nvPr/>
        </p:nvSpPr>
        <p:spPr>
          <a:xfrm>
            <a:off x="6682506" y="3076703"/>
            <a:ext cx="1873666" cy="625765"/>
          </a:xfrm>
          <a:prstGeom prst="rect">
            <a:avLst/>
          </a:prstGeom>
          <a:noFill/>
          <a:ln>
            <a:noFill/>
          </a:ln>
        </p:spPr>
        <p:txBody>
          <a:bodyPr spcFirstLastPara="1" wrap="square" lIns="91425" tIns="91425" rIns="91425" bIns="91425" anchor="ctr" anchorCtr="0">
            <a:noAutofit/>
          </a:bodyPr>
          <a:lstStyle/>
          <a:p>
            <a:pPr marL="0" lvl="0" indent="0">
              <a:buFont typeface="Arial"/>
              <a:buNone/>
            </a:pPr>
            <a:r>
              <a:rPr lang="fr-FR" sz="1800" dirty="0">
                <a:solidFill>
                  <a:schemeClr val="accent1">
                    <a:lumMod val="75000"/>
                  </a:schemeClr>
                </a:solidFill>
                <a:latin typeface="Arial Black" panose="020B0A04020102020204" pitchFamily="34" charset="0"/>
                <a:sym typeface="Bebas Neue"/>
              </a:rPr>
              <a:t>Connectivité</a:t>
            </a:r>
            <a:r>
              <a:rPr lang="fr-FR" sz="1800" dirty="0">
                <a:solidFill>
                  <a:schemeClr val="tx1"/>
                </a:solidFill>
                <a:latin typeface="Arial Black" panose="020B0A04020102020204" pitchFamily="34" charset="0"/>
                <a:sym typeface="Bebas Neue"/>
              </a:rPr>
              <a:t> aux multiples sources de données </a:t>
            </a:r>
            <a:endParaRPr sz="1800" dirty="0">
              <a:solidFill>
                <a:schemeClr val="tx1"/>
              </a:solidFill>
              <a:latin typeface="Arial Black" panose="020B0A04020102020204" pitchFamily="34" charset="0"/>
              <a:sym typeface="Bebas Neue"/>
            </a:endParaRPr>
          </a:p>
        </p:txBody>
      </p:sp>
      <p:cxnSp>
        <p:nvCxnSpPr>
          <p:cNvPr id="1788" name="Google Shape;1788;p59"/>
          <p:cNvCxnSpPr>
            <a:cxnSpLocks/>
          </p:cNvCxnSpPr>
          <p:nvPr/>
        </p:nvCxnSpPr>
        <p:spPr>
          <a:xfrm>
            <a:off x="2039930" y="1958106"/>
            <a:ext cx="1574700" cy="388768"/>
          </a:xfrm>
          <a:prstGeom prst="bentConnector3">
            <a:avLst>
              <a:gd name="adj1" fmla="val 50000"/>
            </a:avLst>
          </a:prstGeom>
          <a:noFill/>
          <a:ln w="9525" cap="flat" cmpd="sng">
            <a:solidFill>
              <a:schemeClr val="dk1"/>
            </a:solidFill>
            <a:prstDash val="solid"/>
            <a:round/>
            <a:headEnd type="none" w="med" len="med"/>
            <a:tailEnd type="oval" w="med" len="med"/>
          </a:ln>
        </p:spPr>
      </p:cxnSp>
      <p:cxnSp>
        <p:nvCxnSpPr>
          <p:cNvPr id="1789" name="Google Shape;1789;p59"/>
          <p:cNvCxnSpPr>
            <a:cxnSpLocks/>
          </p:cNvCxnSpPr>
          <p:nvPr/>
        </p:nvCxnSpPr>
        <p:spPr>
          <a:xfrm flipV="1">
            <a:off x="2467305" y="3019009"/>
            <a:ext cx="1008766" cy="443688"/>
          </a:xfrm>
          <a:prstGeom prst="bentConnector3">
            <a:avLst>
              <a:gd name="adj1" fmla="val 50000"/>
            </a:avLst>
          </a:prstGeom>
          <a:noFill/>
          <a:ln w="9525" cap="flat" cmpd="sng">
            <a:solidFill>
              <a:schemeClr val="dk1"/>
            </a:solidFill>
            <a:prstDash val="solid"/>
            <a:round/>
            <a:headEnd type="none" w="med" len="med"/>
            <a:tailEnd type="oval" w="med" len="med"/>
          </a:ln>
        </p:spPr>
      </p:cxnSp>
      <p:cxnSp>
        <p:nvCxnSpPr>
          <p:cNvPr id="1790" name="Google Shape;1790;p59"/>
          <p:cNvCxnSpPr>
            <a:cxnSpLocks/>
            <a:stCxn id="1784" idx="1"/>
          </p:cNvCxnSpPr>
          <p:nvPr/>
        </p:nvCxnSpPr>
        <p:spPr>
          <a:xfrm rot="10800000" flipV="1">
            <a:off x="5409972" y="2031626"/>
            <a:ext cx="1451993" cy="307674"/>
          </a:xfrm>
          <a:prstGeom prst="bentConnector3">
            <a:avLst>
              <a:gd name="adj1" fmla="val 50000"/>
            </a:avLst>
          </a:prstGeom>
          <a:noFill/>
          <a:ln w="9525" cap="flat" cmpd="sng">
            <a:solidFill>
              <a:schemeClr val="dk1"/>
            </a:solidFill>
            <a:prstDash val="solid"/>
            <a:round/>
            <a:headEnd type="none" w="med" len="med"/>
            <a:tailEnd type="oval" w="med" len="med"/>
          </a:ln>
        </p:spPr>
      </p:cxnSp>
      <p:cxnSp>
        <p:nvCxnSpPr>
          <p:cNvPr id="1791" name="Google Shape;1791;p59"/>
          <p:cNvCxnSpPr>
            <a:cxnSpLocks/>
          </p:cNvCxnSpPr>
          <p:nvPr/>
        </p:nvCxnSpPr>
        <p:spPr>
          <a:xfrm rot="10800000">
            <a:off x="5543701" y="2704963"/>
            <a:ext cx="1262045" cy="490840"/>
          </a:xfrm>
          <a:prstGeom prst="bentConnector3">
            <a:avLst>
              <a:gd name="adj1" fmla="val 50000"/>
            </a:avLst>
          </a:prstGeom>
          <a:noFill/>
          <a:ln w="9525" cap="flat" cmpd="sng">
            <a:solidFill>
              <a:schemeClr val="dk1"/>
            </a:solidFill>
            <a:prstDash val="solid"/>
            <a:round/>
            <a:headEnd type="none" w="med" len="med"/>
            <a:tailEnd type="oval" w="med" len="med"/>
          </a:ln>
        </p:spPr>
      </p:cxnSp>
      <p:sp>
        <p:nvSpPr>
          <p:cNvPr id="1792" name="Google Shape;1792;p59">
            <a:hlinkClick r:id="" action="ppaction://hlinkshowjump?jump=nextslide"/>
          </p:cNvPr>
          <p:cNvSpPr/>
          <p:nvPr/>
        </p:nvSpPr>
        <p:spPr>
          <a:xfrm rot="5400000">
            <a:off x="821542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59">
            <a:hlinkClick r:id="" action="ppaction://hlinkshowjump?jump=previousslide"/>
          </p:cNvPr>
          <p:cNvSpPr/>
          <p:nvPr/>
        </p:nvSpPr>
        <p:spPr>
          <a:xfrm rot="-5400000" flipH="1">
            <a:off x="73197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59">
            <a:hlinkClick r:id="rId3" action="ppaction://hlinksldjump"/>
          </p:cNvPr>
          <p:cNvSpPr txBox="1"/>
          <p:nvPr/>
        </p:nvSpPr>
        <p:spPr>
          <a:xfrm>
            <a:off x="92245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MENU</a:t>
            </a:r>
            <a:endParaRPr sz="1000">
              <a:solidFill>
                <a:schemeClr val="dk1"/>
              </a:solidFill>
              <a:latin typeface="Bebas Neue"/>
              <a:ea typeface="Bebas Neue"/>
              <a:cs typeface="Bebas Neue"/>
              <a:sym typeface="Bebas Neue"/>
            </a:endParaRPr>
          </a:p>
        </p:txBody>
      </p:sp>
      <p:sp>
        <p:nvSpPr>
          <p:cNvPr id="1795" name="Google Shape;1795;p59">
            <a:hlinkClick r:id="rId4" action="ppaction://hlinksldjump"/>
          </p:cNvPr>
          <p:cNvSpPr txBox="1"/>
          <p:nvPr/>
        </p:nvSpPr>
        <p:spPr>
          <a:xfrm>
            <a:off x="151793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ANALYSIS</a:t>
            </a:r>
            <a:endParaRPr sz="1000">
              <a:solidFill>
                <a:schemeClr val="dk1"/>
              </a:solidFill>
              <a:latin typeface="Bebas Neue"/>
              <a:ea typeface="Bebas Neue"/>
              <a:cs typeface="Bebas Neue"/>
              <a:sym typeface="Bebas Neue"/>
            </a:endParaRPr>
          </a:p>
        </p:txBody>
      </p:sp>
      <p:sp>
        <p:nvSpPr>
          <p:cNvPr id="1796" name="Google Shape;1796;p59">
            <a:hlinkClick r:id="" action="ppaction://noaction"/>
          </p:cNvPr>
          <p:cNvSpPr txBox="1"/>
          <p:nvPr/>
        </p:nvSpPr>
        <p:spPr>
          <a:xfrm>
            <a:off x="211341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CONTACT</a:t>
            </a:r>
            <a:endParaRPr sz="1000">
              <a:solidFill>
                <a:schemeClr val="dk1"/>
              </a:solidFill>
              <a:latin typeface="Bebas Neue"/>
              <a:ea typeface="Bebas Neue"/>
              <a:cs typeface="Bebas Neue"/>
              <a:sym typeface="Bebas Neue"/>
            </a:endParaRPr>
          </a:p>
        </p:txBody>
      </p:sp>
      <p:grpSp>
        <p:nvGrpSpPr>
          <p:cNvPr id="1797" name="Google Shape;1797;p59"/>
          <p:cNvGrpSpPr/>
          <p:nvPr/>
        </p:nvGrpSpPr>
        <p:grpSpPr>
          <a:xfrm>
            <a:off x="706038" y="312972"/>
            <a:ext cx="140222" cy="140409"/>
            <a:chOff x="2741000" y="199475"/>
            <a:chExt cx="191953" cy="192210"/>
          </a:xfrm>
        </p:grpSpPr>
        <p:sp>
          <p:nvSpPr>
            <p:cNvPr id="1798" name="Google Shape;1798;p59"/>
            <p:cNvSpPr/>
            <p:nvPr/>
          </p:nvSpPr>
          <p:spPr>
            <a:xfrm>
              <a:off x="2741000"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59"/>
            <p:cNvSpPr/>
            <p:nvPr/>
          </p:nvSpPr>
          <p:spPr>
            <a:xfrm>
              <a:off x="2741000"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59"/>
            <p:cNvSpPr/>
            <p:nvPr/>
          </p:nvSpPr>
          <p:spPr>
            <a:xfrm>
              <a:off x="2741000"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59"/>
            <p:cNvSpPr/>
            <p:nvPr/>
          </p:nvSpPr>
          <p:spPr>
            <a:xfrm>
              <a:off x="2815215"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59"/>
            <p:cNvSpPr/>
            <p:nvPr/>
          </p:nvSpPr>
          <p:spPr>
            <a:xfrm>
              <a:off x="2815215"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59"/>
            <p:cNvSpPr/>
            <p:nvPr/>
          </p:nvSpPr>
          <p:spPr>
            <a:xfrm>
              <a:off x="2815215"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59"/>
            <p:cNvSpPr/>
            <p:nvPr/>
          </p:nvSpPr>
          <p:spPr>
            <a:xfrm>
              <a:off x="2889453"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59"/>
            <p:cNvSpPr/>
            <p:nvPr/>
          </p:nvSpPr>
          <p:spPr>
            <a:xfrm>
              <a:off x="2889453"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59"/>
            <p:cNvSpPr/>
            <p:nvPr/>
          </p:nvSpPr>
          <p:spPr>
            <a:xfrm>
              <a:off x="2889453"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07" name="Google Shape;1807;p59">
            <a:hlinkClick r:id="rId5" action="ppaction://hlinksldjump"/>
          </p:cNvPr>
          <p:cNvSpPr/>
          <p:nvPr/>
        </p:nvSpPr>
        <p:spPr>
          <a:xfrm>
            <a:off x="821900" y="428925"/>
            <a:ext cx="213300" cy="21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59"/>
          <p:cNvSpPr/>
          <p:nvPr/>
        </p:nvSpPr>
        <p:spPr>
          <a:xfrm>
            <a:off x="7856375" y="1031776"/>
            <a:ext cx="262479" cy="262448"/>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59"/>
          <p:cNvSpPr/>
          <p:nvPr/>
        </p:nvSpPr>
        <p:spPr>
          <a:xfrm>
            <a:off x="7179413" y="890850"/>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59"/>
          <p:cNvSpPr/>
          <p:nvPr/>
        </p:nvSpPr>
        <p:spPr>
          <a:xfrm rot="-1685758">
            <a:off x="6156294" y="1163634"/>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59"/>
          <p:cNvSpPr/>
          <p:nvPr/>
        </p:nvSpPr>
        <p:spPr>
          <a:xfrm>
            <a:off x="6597076" y="718405"/>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59"/>
          <p:cNvSpPr/>
          <p:nvPr/>
        </p:nvSpPr>
        <p:spPr>
          <a:xfrm>
            <a:off x="8311499" y="718390"/>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780"/>
                                        </p:tgtEl>
                                        <p:attrNameLst>
                                          <p:attrName>style.visibility</p:attrName>
                                        </p:attrNameLst>
                                      </p:cBhvr>
                                      <p:to>
                                        <p:strVal val="visible"/>
                                      </p:to>
                                    </p:set>
                                    <p:animEffect transition="in" filter="barn(inVertical)">
                                      <p:cBhvr>
                                        <p:cTn id="7" dur="500"/>
                                        <p:tgtEl>
                                          <p:spTgt spid="178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782">
                                            <p:txEl>
                                              <p:pRg st="0" end="0"/>
                                            </p:txEl>
                                          </p:spTgt>
                                        </p:tgtEl>
                                        <p:attrNameLst>
                                          <p:attrName>style.visibility</p:attrName>
                                        </p:attrNameLst>
                                      </p:cBhvr>
                                      <p:to>
                                        <p:strVal val="visible"/>
                                      </p:to>
                                    </p:set>
                                    <p:animEffect transition="in" filter="barn(inVertical)">
                                      <p:cBhvr>
                                        <p:cTn id="12" dur="500"/>
                                        <p:tgtEl>
                                          <p:spTgt spid="178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784">
                                            <p:txEl>
                                              <p:pRg st="0" end="0"/>
                                            </p:txEl>
                                          </p:spTgt>
                                        </p:tgtEl>
                                        <p:attrNameLst>
                                          <p:attrName>style.visibility</p:attrName>
                                        </p:attrNameLst>
                                      </p:cBhvr>
                                      <p:to>
                                        <p:strVal val="visible"/>
                                      </p:to>
                                    </p:set>
                                    <p:animEffect transition="in" filter="barn(inVertical)">
                                      <p:cBhvr>
                                        <p:cTn id="17" dur="500"/>
                                        <p:tgtEl>
                                          <p:spTgt spid="178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786"/>
                                        </p:tgtEl>
                                        <p:attrNameLst>
                                          <p:attrName>style.visibility</p:attrName>
                                        </p:attrNameLst>
                                      </p:cBhvr>
                                      <p:to>
                                        <p:strVal val="visible"/>
                                      </p:to>
                                    </p:set>
                                    <p:animEffect transition="in" filter="barn(inVertical)">
                                      <p:cBhvr>
                                        <p:cTn id="22" dur="500"/>
                                        <p:tgtEl>
                                          <p:spTgt spid="1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0" grpId="0"/>
      <p:bldP spid="178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43"/>
        <p:cNvGrpSpPr/>
        <p:nvPr/>
      </p:nvGrpSpPr>
      <p:grpSpPr>
        <a:xfrm>
          <a:off x="0" y="0"/>
          <a:ext cx="0" cy="0"/>
          <a:chOff x="0" y="0"/>
          <a:chExt cx="0" cy="0"/>
        </a:xfrm>
      </p:grpSpPr>
      <p:sp>
        <p:nvSpPr>
          <p:cNvPr id="1745" name="Google Shape;1745;p59"/>
          <p:cNvSpPr txBox="1">
            <a:spLocks noGrp="1"/>
          </p:cNvSpPr>
          <p:nvPr>
            <p:ph type="title"/>
          </p:nvPr>
        </p:nvSpPr>
        <p:spPr>
          <a:xfrm>
            <a:off x="714300" y="553450"/>
            <a:ext cx="7715400" cy="60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Inconvénients de POWERBI</a:t>
            </a:r>
            <a:endParaRPr dirty="0"/>
          </a:p>
        </p:txBody>
      </p:sp>
      <p:sp>
        <p:nvSpPr>
          <p:cNvPr id="1746" name="Google Shape;1746;p59"/>
          <p:cNvSpPr txBox="1"/>
          <p:nvPr/>
        </p:nvSpPr>
        <p:spPr>
          <a:xfrm>
            <a:off x="7062300" y="212749"/>
            <a:ext cx="1367400" cy="300900"/>
          </a:xfrm>
          <a:prstGeom prst="rect">
            <a:avLst/>
          </a:prstGeom>
          <a:noFill/>
          <a:ln>
            <a:noFill/>
          </a:ln>
        </p:spPr>
        <p:txBody>
          <a:bodyPr spcFirstLastPara="1" wrap="square" lIns="91425" tIns="91425" rIns="0" bIns="91425" anchor="ctr" anchorCtr="0">
            <a:noAutofit/>
          </a:bodyPr>
          <a:lstStyle/>
          <a:p>
            <a:pPr marL="0" lvl="0" indent="0" algn="r" rtl="0">
              <a:spcBef>
                <a:spcPts val="0"/>
              </a:spcBef>
              <a:spcAft>
                <a:spcPts val="0"/>
              </a:spcAft>
              <a:buNone/>
            </a:pPr>
            <a:r>
              <a:rPr lang="en">
                <a:solidFill>
                  <a:schemeClr val="lt2"/>
                </a:solidFill>
                <a:latin typeface="Bebas Neue"/>
                <a:ea typeface="Bebas Neue"/>
                <a:cs typeface="Bebas Neue"/>
                <a:sym typeface="Bebas Neue"/>
              </a:rPr>
              <a:t>Data ANALYSIS</a:t>
            </a:r>
            <a:endParaRPr>
              <a:solidFill>
                <a:schemeClr val="lt2"/>
              </a:solidFill>
            </a:endParaRPr>
          </a:p>
        </p:txBody>
      </p:sp>
      <p:sp>
        <p:nvSpPr>
          <p:cNvPr id="1792" name="Google Shape;1792;p59">
            <a:hlinkClick r:id="" action="ppaction://hlinkshowjump?jump=nextslide"/>
          </p:cNvPr>
          <p:cNvSpPr/>
          <p:nvPr/>
        </p:nvSpPr>
        <p:spPr>
          <a:xfrm rot="5400000">
            <a:off x="821542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59">
            <a:hlinkClick r:id="" action="ppaction://hlinkshowjump?jump=previousslide"/>
          </p:cNvPr>
          <p:cNvSpPr/>
          <p:nvPr/>
        </p:nvSpPr>
        <p:spPr>
          <a:xfrm rot="-5400000" flipH="1">
            <a:off x="73197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59">
            <a:hlinkClick r:id="rId3" action="ppaction://hlinksldjump"/>
          </p:cNvPr>
          <p:cNvSpPr txBox="1"/>
          <p:nvPr/>
        </p:nvSpPr>
        <p:spPr>
          <a:xfrm>
            <a:off x="92245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MENU</a:t>
            </a:r>
            <a:endParaRPr sz="1000">
              <a:solidFill>
                <a:schemeClr val="dk1"/>
              </a:solidFill>
              <a:latin typeface="Bebas Neue"/>
              <a:ea typeface="Bebas Neue"/>
              <a:cs typeface="Bebas Neue"/>
              <a:sym typeface="Bebas Neue"/>
            </a:endParaRPr>
          </a:p>
        </p:txBody>
      </p:sp>
      <p:sp>
        <p:nvSpPr>
          <p:cNvPr id="1795" name="Google Shape;1795;p59">
            <a:hlinkClick r:id="" action="ppaction://noaction"/>
          </p:cNvPr>
          <p:cNvSpPr txBox="1"/>
          <p:nvPr/>
        </p:nvSpPr>
        <p:spPr>
          <a:xfrm>
            <a:off x="151793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ANALYSIS</a:t>
            </a:r>
            <a:endParaRPr sz="1000">
              <a:solidFill>
                <a:schemeClr val="dk1"/>
              </a:solidFill>
              <a:latin typeface="Bebas Neue"/>
              <a:ea typeface="Bebas Neue"/>
              <a:cs typeface="Bebas Neue"/>
              <a:sym typeface="Bebas Neue"/>
            </a:endParaRPr>
          </a:p>
        </p:txBody>
      </p:sp>
      <p:sp>
        <p:nvSpPr>
          <p:cNvPr id="1796" name="Google Shape;1796;p59">
            <a:hlinkClick r:id="" action="ppaction://noaction"/>
          </p:cNvPr>
          <p:cNvSpPr txBox="1"/>
          <p:nvPr/>
        </p:nvSpPr>
        <p:spPr>
          <a:xfrm>
            <a:off x="211341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CONTACT</a:t>
            </a:r>
            <a:endParaRPr sz="1000">
              <a:solidFill>
                <a:schemeClr val="dk1"/>
              </a:solidFill>
              <a:latin typeface="Bebas Neue"/>
              <a:ea typeface="Bebas Neue"/>
              <a:cs typeface="Bebas Neue"/>
              <a:sym typeface="Bebas Neue"/>
            </a:endParaRPr>
          </a:p>
        </p:txBody>
      </p:sp>
      <p:grpSp>
        <p:nvGrpSpPr>
          <p:cNvPr id="1797" name="Google Shape;1797;p59"/>
          <p:cNvGrpSpPr/>
          <p:nvPr/>
        </p:nvGrpSpPr>
        <p:grpSpPr>
          <a:xfrm>
            <a:off x="706038" y="312972"/>
            <a:ext cx="140222" cy="140409"/>
            <a:chOff x="2741000" y="199475"/>
            <a:chExt cx="191953" cy="192210"/>
          </a:xfrm>
        </p:grpSpPr>
        <p:sp>
          <p:nvSpPr>
            <p:cNvPr id="1798" name="Google Shape;1798;p59"/>
            <p:cNvSpPr/>
            <p:nvPr/>
          </p:nvSpPr>
          <p:spPr>
            <a:xfrm>
              <a:off x="2741000"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59"/>
            <p:cNvSpPr/>
            <p:nvPr/>
          </p:nvSpPr>
          <p:spPr>
            <a:xfrm>
              <a:off x="2741000"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59"/>
            <p:cNvSpPr/>
            <p:nvPr/>
          </p:nvSpPr>
          <p:spPr>
            <a:xfrm>
              <a:off x="2741000"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59"/>
            <p:cNvSpPr/>
            <p:nvPr/>
          </p:nvSpPr>
          <p:spPr>
            <a:xfrm>
              <a:off x="2815215"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59"/>
            <p:cNvSpPr/>
            <p:nvPr/>
          </p:nvSpPr>
          <p:spPr>
            <a:xfrm>
              <a:off x="2815215"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59"/>
            <p:cNvSpPr/>
            <p:nvPr/>
          </p:nvSpPr>
          <p:spPr>
            <a:xfrm>
              <a:off x="2815215"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59"/>
            <p:cNvSpPr/>
            <p:nvPr/>
          </p:nvSpPr>
          <p:spPr>
            <a:xfrm>
              <a:off x="2889453"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59"/>
            <p:cNvSpPr/>
            <p:nvPr/>
          </p:nvSpPr>
          <p:spPr>
            <a:xfrm>
              <a:off x="2889453"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59"/>
            <p:cNvSpPr/>
            <p:nvPr/>
          </p:nvSpPr>
          <p:spPr>
            <a:xfrm>
              <a:off x="2889453"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07" name="Google Shape;1807;p59">
            <a:hlinkClick r:id="rId4" action="ppaction://hlinksldjump"/>
          </p:cNvPr>
          <p:cNvSpPr/>
          <p:nvPr/>
        </p:nvSpPr>
        <p:spPr>
          <a:xfrm>
            <a:off x="821900" y="428925"/>
            <a:ext cx="213300" cy="21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59"/>
          <p:cNvSpPr/>
          <p:nvPr/>
        </p:nvSpPr>
        <p:spPr>
          <a:xfrm>
            <a:off x="7856375" y="1031776"/>
            <a:ext cx="262479" cy="262448"/>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59"/>
          <p:cNvSpPr/>
          <p:nvPr/>
        </p:nvSpPr>
        <p:spPr>
          <a:xfrm>
            <a:off x="7179413" y="890850"/>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59"/>
          <p:cNvSpPr/>
          <p:nvPr/>
        </p:nvSpPr>
        <p:spPr>
          <a:xfrm rot="-1685758">
            <a:off x="6156294" y="1163634"/>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59"/>
          <p:cNvSpPr/>
          <p:nvPr/>
        </p:nvSpPr>
        <p:spPr>
          <a:xfrm>
            <a:off x="6597076" y="718405"/>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59"/>
          <p:cNvSpPr/>
          <p:nvPr/>
        </p:nvSpPr>
        <p:spPr>
          <a:xfrm>
            <a:off x="8311499" y="718390"/>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 name="Google Shape;2401;p69">
            <a:extLst>
              <a:ext uri="{FF2B5EF4-FFF2-40B4-BE49-F238E27FC236}">
                <a16:creationId xmlns:a16="http://schemas.microsoft.com/office/drawing/2014/main" id="{C87B32D7-8562-4B46-B6DC-6590D82A0674}"/>
              </a:ext>
            </a:extLst>
          </p:cNvPr>
          <p:cNvGrpSpPr/>
          <p:nvPr/>
        </p:nvGrpSpPr>
        <p:grpSpPr>
          <a:xfrm>
            <a:off x="3569560" y="1891601"/>
            <a:ext cx="1836314" cy="1649122"/>
            <a:chOff x="1322640" y="2369875"/>
            <a:chExt cx="437728" cy="437728"/>
          </a:xfrm>
          <a:solidFill>
            <a:schemeClr val="accent1">
              <a:lumMod val="75000"/>
            </a:schemeClr>
          </a:solidFill>
        </p:grpSpPr>
        <p:sp>
          <p:nvSpPr>
            <p:cNvPr id="68" name="Google Shape;2402;p69">
              <a:extLst>
                <a:ext uri="{FF2B5EF4-FFF2-40B4-BE49-F238E27FC236}">
                  <a16:creationId xmlns:a16="http://schemas.microsoft.com/office/drawing/2014/main" id="{3A9DDDF3-5422-44FE-A57C-43F326AD38DD}"/>
                </a:ext>
              </a:extLst>
            </p:cNvPr>
            <p:cNvSpPr/>
            <p:nvPr/>
          </p:nvSpPr>
          <p:spPr>
            <a:xfrm>
              <a:off x="1570011" y="2369875"/>
              <a:ext cx="115278" cy="61438"/>
            </a:xfrm>
            <a:custGeom>
              <a:avLst/>
              <a:gdLst/>
              <a:ahLst/>
              <a:cxnLst/>
              <a:rect l="l" t="t" r="r" b="b"/>
              <a:pathLst>
                <a:path w="5704" h="3040" extrusionOk="0">
                  <a:moveTo>
                    <a:pt x="1502" y="0"/>
                  </a:moveTo>
                  <a:cubicBezTo>
                    <a:pt x="1259" y="0"/>
                    <a:pt x="1035" y="143"/>
                    <a:pt x="934" y="386"/>
                  </a:cubicBezTo>
                  <a:lnTo>
                    <a:pt x="142" y="2132"/>
                  </a:lnTo>
                  <a:cubicBezTo>
                    <a:pt x="0" y="2457"/>
                    <a:pt x="142" y="2822"/>
                    <a:pt x="447" y="2984"/>
                  </a:cubicBezTo>
                  <a:cubicBezTo>
                    <a:pt x="532" y="3022"/>
                    <a:pt x="621" y="3039"/>
                    <a:pt x="709" y="3039"/>
                  </a:cubicBezTo>
                  <a:cubicBezTo>
                    <a:pt x="957" y="3039"/>
                    <a:pt x="1194" y="2899"/>
                    <a:pt x="1299" y="2659"/>
                  </a:cubicBezTo>
                  <a:lnTo>
                    <a:pt x="1928" y="1279"/>
                  </a:lnTo>
                  <a:lnTo>
                    <a:pt x="5075" y="1279"/>
                  </a:lnTo>
                  <a:cubicBezTo>
                    <a:pt x="5420" y="1279"/>
                    <a:pt x="5704" y="995"/>
                    <a:pt x="5704" y="650"/>
                  </a:cubicBezTo>
                  <a:cubicBezTo>
                    <a:pt x="5704" y="285"/>
                    <a:pt x="5420" y="0"/>
                    <a:pt x="50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2403;p69">
              <a:extLst>
                <a:ext uri="{FF2B5EF4-FFF2-40B4-BE49-F238E27FC236}">
                  <a16:creationId xmlns:a16="http://schemas.microsoft.com/office/drawing/2014/main" id="{031CE7A5-9250-4594-AFB1-841DFA741B08}"/>
                </a:ext>
              </a:extLst>
            </p:cNvPr>
            <p:cNvSpPr/>
            <p:nvPr/>
          </p:nvSpPr>
          <p:spPr>
            <a:xfrm>
              <a:off x="1322640" y="2746570"/>
              <a:ext cx="107093" cy="61034"/>
            </a:xfrm>
            <a:custGeom>
              <a:avLst/>
              <a:gdLst/>
              <a:ahLst/>
              <a:cxnLst/>
              <a:rect l="l" t="t" r="r" b="b"/>
              <a:pathLst>
                <a:path w="5299" h="3020" extrusionOk="0">
                  <a:moveTo>
                    <a:pt x="4578" y="0"/>
                  </a:moveTo>
                  <a:cubicBezTo>
                    <a:pt x="4340" y="0"/>
                    <a:pt x="4104" y="136"/>
                    <a:pt x="3999" y="360"/>
                  </a:cubicBezTo>
                  <a:lnTo>
                    <a:pt x="3370" y="1761"/>
                  </a:lnTo>
                  <a:lnTo>
                    <a:pt x="630" y="1761"/>
                  </a:lnTo>
                  <a:cubicBezTo>
                    <a:pt x="285" y="1761"/>
                    <a:pt x="1" y="2024"/>
                    <a:pt x="1" y="2390"/>
                  </a:cubicBezTo>
                  <a:cubicBezTo>
                    <a:pt x="1" y="2735"/>
                    <a:pt x="285" y="3019"/>
                    <a:pt x="630" y="3019"/>
                  </a:cubicBezTo>
                  <a:lnTo>
                    <a:pt x="3776" y="3019"/>
                  </a:lnTo>
                  <a:cubicBezTo>
                    <a:pt x="4040" y="3019"/>
                    <a:pt x="4263" y="2877"/>
                    <a:pt x="4365" y="2654"/>
                  </a:cubicBezTo>
                  <a:lnTo>
                    <a:pt x="5156" y="888"/>
                  </a:lnTo>
                  <a:cubicBezTo>
                    <a:pt x="5298" y="563"/>
                    <a:pt x="5156" y="198"/>
                    <a:pt x="4832" y="56"/>
                  </a:cubicBezTo>
                  <a:cubicBezTo>
                    <a:pt x="4751" y="18"/>
                    <a:pt x="4664" y="0"/>
                    <a:pt x="457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2404;p69">
              <a:extLst>
                <a:ext uri="{FF2B5EF4-FFF2-40B4-BE49-F238E27FC236}">
                  <a16:creationId xmlns:a16="http://schemas.microsoft.com/office/drawing/2014/main" id="{2349E550-0472-4F84-B70D-CB686347253F}"/>
                </a:ext>
              </a:extLst>
            </p:cNvPr>
            <p:cNvSpPr/>
            <p:nvPr/>
          </p:nvSpPr>
          <p:spPr>
            <a:xfrm>
              <a:off x="1653276" y="2746570"/>
              <a:ext cx="107093" cy="61034"/>
            </a:xfrm>
            <a:custGeom>
              <a:avLst/>
              <a:gdLst/>
              <a:ahLst/>
              <a:cxnLst/>
              <a:rect l="l" t="t" r="r" b="b"/>
              <a:pathLst>
                <a:path w="5299" h="3020" extrusionOk="0">
                  <a:moveTo>
                    <a:pt x="729" y="0"/>
                  </a:moveTo>
                  <a:cubicBezTo>
                    <a:pt x="642" y="0"/>
                    <a:pt x="554" y="18"/>
                    <a:pt x="467" y="56"/>
                  </a:cubicBezTo>
                  <a:cubicBezTo>
                    <a:pt x="143" y="198"/>
                    <a:pt x="1" y="563"/>
                    <a:pt x="143" y="888"/>
                  </a:cubicBezTo>
                  <a:lnTo>
                    <a:pt x="934" y="2654"/>
                  </a:lnTo>
                  <a:cubicBezTo>
                    <a:pt x="1036" y="2877"/>
                    <a:pt x="1279" y="3019"/>
                    <a:pt x="1523" y="3019"/>
                  </a:cubicBezTo>
                  <a:lnTo>
                    <a:pt x="4669" y="3019"/>
                  </a:lnTo>
                  <a:cubicBezTo>
                    <a:pt x="5014" y="3019"/>
                    <a:pt x="5298" y="2735"/>
                    <a:pt x="5298" y="2390"/>
                  </a:cubicBezTo>
                  <a:cubicBezTo>
                    <a:pt x="5298" y="2045"/>
                    <a:pt x="5014" y="1761"/>
                    <a:pt x="4669" y="1761"/>
                  </a:cubicBezTo>
                  <a:lnTo>
                    <a:pt x="1929" y="1761"/>
                  </a:lnTo>
                  <a:lnTo>
                    <a:pt x="1300" y="360"/>
                  </a:lnTo>
                  <a:cubicBezTo>
                    <a:pt x="1195" y="136"/>
                    <a:pt x="970" y="0"/>
                    <a:pt x="72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2405;p69">
              <a:extLst>
                <a:ext uri="{FF2B5EF4-FFF2-40B4-BE49-F238E27FC236}">
                  <a16:creationId xmlns:a16="http://schemas.microsoft.com/office/drawing/2014/main" id="{A3AF58B4-50B2-48BF-B46E-D870025BD111}"/>
                </a:ext>
              </a:extLst>
            </p:cNvPr>
            <p:cNvSpPr/>
            <p:nvPr/>
          </p:nvSpPr>
          <p:spPr>
            <a:xfrm>
              <a:off x="1488362" y="2547905"/>
              <a:ext cx="106284" cy="106264"/>
            </a:xfrm>
            <a:custGeom>
              <a:avLst/>
              <a:gdLst/>
              <a:ahLst/>
              <a:cxnLst/>
              <a:rect l="l" t="t" r="r" b="b"/>
              <a:pathLst>
                <a:path w="5259" h="5258" extrusionOk="0">
                  <a:moveTo>
                    <a:pt x="2640" y="1"/>
                  </a:moveTo>
                  <a:cubicBezTo>
                    <a:pt x="1178" y="1"/>
                    <a:pt x="1" y="1178"/>
                    <a:pt x="1" y="2619"/>
                  </a:cubicBezTo>
                  <a:cubicBezTo>
                    <a:pt x="1" y="4080"/>
                    <a:pt x="1178" y="5258"/>
                    <a:pt x="2640" y="5258"/>
                  </a:cubicBezTo>
                  <a:cubicBezTo>
                    <a:pt x="4081" y="5258"/>
                    <a:pt x="5258" y="4080"/>
                    <a:pt x="5258" y="2619"/>
                  </a:cubicBezTo>
                  <a:cubicBezTo>
                    <a:pt x="5258" y="1178"/>
                    <a:pt x="4081" y="1"/>
                    <a:pt x="264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2406;p69">
              <a:extLst>
                <a:ext uri="{FF2B5EF4-FFF2-40B4-BE49-F238E27FC236}">
                  <a16:creationId xmlns:a16="http://schemas.microsoft.com/office/drawing/2014/main" id="{BD18249F-1780-485C-9A50-5FC790C9B928}"/>
                </a:ext>
              </a:extLst>
            </p:cNvPr>
            <p:cNvSpPr/>
            <p:nvPr/>
          </p:nvSpPr>
          <p:spPr>
            <a:xfrm>
              <a:off x="1398953" y="2430586"/>
              <a:ext cx="284698" cy="312083"/>
            </a:xfrm>
            <a:custGeom>
              <a:avLst/>
              <a:gdLst/>
              <a:ahLst/>
              <a:cxnLst/>
              <a:rect l="l" t="t" r="r" b="b"/>
              <a:pathLst>
                <a:path w="14087" h="15442" extrusionOk="0">
                  <a:moveTo>
                    <a:pt x="8992" y="2944"/>
                  </a:moveTo>
                  <a:cubicBezTo>
                    <a:pt x="11265" y="3776"/>
                    <a:pt x="12808" y="5927"/>
                    <a:pt x="12808" y="8383"/>
                  </a:cubicBezTo>
                  <a:cubicBezTo>
                    <a:pt x="12808" y="9277"/>
                    <a:pt x="12625" y="10129"/>
                    <a:pt x="12240" y="10900"/>
                  </a:cubicBezTo>
                  <a:cubicBezTo>
                    <a:pt x="12011" y="10823"/>
                    <a:pt x="11781" y="10787"/>
                    <a:pt x="11557" y="10787"/>
                  </a:cubicBezTo>
                  <a:cubicBezTo>
                    <a:pt x="10422" y="10787"/>
                    <a:pt x="9418" y="11707"/>
                    <a:pt x="9418" y="12910"/>
                  </a:cubicBezTo>
                  <a:cubicBezTo>
                    <a:pt x="9418" y="13153"/>
                    <a:pt x="9459" y="13377"/>
                    <a:pt x="9540" y="13600"/>
                  </a:cubicBezTo>
                  <a:cubicBezTo>
                    <a:pt x="8769" y="13965"/>
                    <a:pt x="7916" y="14168"/>
                    <a:pt x="7064" y="14168"/>
                  </a:cubicBezTo>
                  <a:lnTo>
                    <a:pt x="7043" y="14168"/>
                  </a:lnTo>
                  <a:cubicBezTo>
                    <a:pt x="6171" y="14168"/>
                    <a:pt x="5318" y="13986"/>
                    <a:pt x="4547" y="13600"/>
                  </a:cubicBezTo>
                  <a:cubicBezTo>
                    <a:pt x="4628" y="13377"/>
                    <a:pt x="4668" y="13153"/>
                    <a:pt x="4668" y="12910"/>
                  </a:cubicBezTo>
                  <a:cubicBezTo>
                    <a:pt x="4668" y="11707"/>
                    <a:pt x="3665" y="10787"/>
                    <a:pt x="2530" y="10787"/>
                  </a:cubicBezTo>
                  <a:cubicBezTo>
                    <a:pt x="2305" y="10787"/>
                    <a:pt x="2075" y="10823"/>
                    <a:pt x="1847" y="10900"/>
                  </a:cubicBezTo>
                  <a:cubicBezTo>
                    <a:pt x="1461" y="10129"/>
                    <a:pt x="1279" y="9277"/>
                    <a:pt x="1279" y="8383"/>
                  </a:cubicBezTo>
                  <a:cubicBezTo>
                    <a:pt x="1279" y="5907"/>
                    <a:pt x="2821" y="3756"/>
                    <a:pt x="5115" y="2944"/>
                  </a:cubicBezTo>
                  <a:cubicBezTo>
                    <a:pt x="5440" y="3695"/>
                    <a:pt x="6191" y="4222"/>
                    <a:pt x="7064" y="4222"/>
                  </a:cubicBezTo>
                  <a:cubicBezTo>
                    <a:pt x="7916" y="4222"/>
                    <a:pt x="8667" y="3695"/>
                    <a:pt x="8992" y="2944"/>
                  </a:cubicBezTo>
                  <a:close/>
                  <a:moveTo>
                    <a:pt x="7064" y="1"/>
                  </a:moveTo>
                  <a:cubicBezTo>
                    <a:pt x="6049" y="1"/>
                    <a:pt x="5196" y="711"/>
                    <a:pt x="4993" y="1645"/>
                  </a:cubicBezTo>
                  <a:cubicBezTo>
                    <a:pt x="3654" y="2071"/>
                    <a:pt x="2436" y="2883"/>
                    <a:pt x="1543" y="3979"/>
                  </a:cubicBezTo>
                  <a:cubicBezTo>
                    <a:pt x="548" y="5237"/>
                    <a:pt x="0" y="6800"/>
                    <a:pt x="0" y="8383"/>
                  </a:cubicBezTo>
                  <a:cubicBezTo>
                    <a:pt x="0" y="9540"/>
                    <a:pt x="284" y="10677"/>
                    <a:pt x="812" y="11692"/>
                  </a:cubicBezTo>
                  <a:cubicBezTo>
                    <a:pt x="568" y="12037"/>
                    <a:pt x="426" y="12463"/>
                    <a:pt x="426" y="12910"/>
                  </a:cubicBezTo>
                  <a:cubicBezTo>
                    <a:pt x="426" y="14087"/>
                    <a:pt x="1380" y="15041"/>
                    <a:pt x="2537" y="15041"/>
                  </a:cubicBezTo>
                  <a:cubicBezTo>
                    <a:pt x="3004" y="15041"/>
                    <a:pt x="3430" y="14879"/>
                    <a:pt x="3775" y="14635"/>
                  </a:cubicBezTo>
                  <a:cubicBezTo>
                    <a:pt x="4790" y="15173"/>
                    <a:pt x="5912" y="15442"/>
                    <a:pt x="7036" y="15442"/>
                  </a:cubicBezTo>
                  <a:cubicBezTo>
                    <a:pt x="8160" y="15442"/>
                    <a:pt x="9286" y="15173"/>
                    <a:pt x="10311" y="14635"/>
                  </a:cubicBezTo>
                  <a:cubicBezTo>
                    <a:pt x="10656" y="14879"/>
                    <a:pt x="11083" y="15041"/>
                    <a:pt x="11549" y="15041"/>
                  </a:cubicBezTo>
                  <a:cubicBezTo>
                    <a:pt x="12706" y="15041"/>
                    <a:pt x="13660" y="14087"/>
                    <a:pt x="13660" y="12910"/>
                  </a:cubicBezTo>
                  <a:cubicBezTo>
                    <a:pt x="13660" y="12463"/>
                    <a:pt x="13518" y="12037"/>
                    <a:pt x="13275" y="11692"/>
                  </a:cubicBezTo>
                  <a:cubicBezTo>
                    <a:pt x="13802" y="10677"/>
                    <a:pt x="14087" y="9540"/>
                    <a:pt x="14087" y="8383"/>
                  </a:cubicBezTo>
                  <a:cubicBezTo>
                    <a:pt x="14087" y="6800"/>
                    <a:pt x="13539" y="5237"/>
                    <a:pt x="12544" y="3999"/>
                  </a:cubicBezTo>
                  <a:cubicBezTo>
                    <a:pt x="11671" y="2883"/>
                    <a:pt x="10453" y="2071"/>
                    <a:pt x="9134" y="1665"/>
                  </a:cubicBezTo>
                  <a:cubicBezTo>
                    <a:pt x="8911" y="711"/>
                    <a:pt x="8079" y="1"/>
                    <a:pt x="706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ZoneTexte 1">
            <a:extLst>
              <a:ext uri="{FF2B5EF4-FFF2-40B4-BE49-F238E27FC236}">
                <a16:creationId xmlns:a16="http://schemas.microsoft.com/office/drawing/2014/main" id="{A391FB08-5F20-40BB-B48D-A0A23347CE7D}"/>
              </a:ext>
            </a:extLst>
          </p:cNvPr>
          <p:cNvSpPr txBox="1"/>
          <p:nvPr/>
        </p:nvSpPr>
        <p:spPr>
          <a:xfrm>
            <a:off x="5291579" y="1588635"/>
            <a:ext cx="2244058" cy="646331"/>
          </a:xfrm>
          <a:prstGeom prst="rect">
            <a:avLst/>
          </a:prstGeom>
          <a:noFill/>
        </p:spPr>
        <p:txBody>
          <a:bodyPr wrap="square" rtlCol="0">
            <a:spAutoFit/>
          </a:bodyPr>
          <a:lstStyle/>
          <a:p>
            <a:r>
              <a:rPr lang="fr-FR" sz="1800" dirty="0">
                <a:solidFill>
                  <a:schemeClr val="accent1">
                    <a:lumMod val="75000"/>
                  </a:schemeClr>
                </a:solidFill>
                <a:latin typeface="Arial Black" panose="020B0A04020102020204" pitchFamily="34" charset="0"/>
              </a:rPr>
              <a:t>Complexité</a:t>
            </a:r>
            <a:r>
              <a:rPr lang="fr-FR" sz="1800" dirty="0">
                <a:solidFill>
                  <a:schemeClr val="tx1"/>
                </a:solidFill>
                <a:latin typeface="Arial Black" panose="020B0A04020102020204" pitchFamily="34" charset="0"/>
              </a:rPr>
              <a:t> pour les débutants</a:t>
            </a:r>
          </a:p>
        </p:txBody>
      </p:sp>
      <p:sp>
        <p:nvSpPr>
          <p:cNvPr id="74" name="ZoneTexte 73">
            <a:extLst>
              <a:ext uri="{FF2B5EF4-FFF2-40B4-BE49-F238E27FC236}">
                <a16:creationId xmlns:a16="http://schemas.microsoft.com/office/drawing/2014/main" id="{B066C0D6-0694-44BF-95E0-176775429DE2}"/>
              </a:ext>
            </a:extLst>
          </p:cNvPr>
          <p:cNvSpPr txBox="1"/>
          <p:nvPr/>
        </p:nvSpPr>
        <p:spPr>
          <a:xfrm>
            <a:off x="5502592" y="3202946"/>
            <a:ext cx="2581254" cy="646331"/>
          </a:xfrm>
          <a:prstGeom prst="rect">
            <a:avLst/>
          </a:prstGeom>
          <a:noFill/>
        </p:spPr>
        <p:txBody>
          <a:bodyPr wrap="square" rtlCol="0">
            <a:spAutoFit/>
          </a:bodyPr>
          <a:lstStyle/>
          <a:p>
            <a:r>
              <a:rPr lang="fr-FR" sz="1800" dirty="0">
                <a:solidFill>
                  <a:schemeClr val="accent1">
                    <a:lumMod val="75000"/>
                  </a:schemeClr>
                </a:solidFill>
                <a:latin typeface="Arial Black" panose="020B0A04020102020204" pitchFamily="34" charset="0"/>
              </a:rPr>
              <a:t>Limites</a:t>
            </a:r>
            <a:r>
              <a:rPr lang="fr-FR" sz="1800" dirty="0">
                <a:solidFill>
                  <a:schemeClr val="tx1"/>
                </a:solidFill>
                <a:latin typeface="Arial Black" panose="020B0A04020102020204" pitchFamily="34" charset="0"/>
              </a:rPr>
              <a:t> dans les versions gratuites</a:t>
            </a:r>
          </a:p>
        </p:txBody>
      </p:sp>
      <p:sp>
        <p:nvSpPr>
          <p:cNvPr id="75" name="ZoneTexte 74">
            <a:extLst>
              <a:ext uri="{FF2B5EF4-FFF2-40B4-BE49-F238E27FC236}">
                <a16:creationId xmlns:a16="http://schemas.microsoft.com/office/drawing/2014/main" id="{366D2B80-731A-47D4-A44C-BBE087B7A309}"/>
              </a:ext>
            </a:extLst>
          </p:cNvPr>
          <p:cNvSpPr txBox="1"/>
          <p:nvPr/>
        </p:nvSpPr>
        <p:spPr>
          <a:xfrm>
            <a:off x="1173916" y="3194941"/>
            <a:ext cx="2388772" cy="646331"/>
          </a:xfrm>
          <a:prstGeom prst="rect">
            <a:avLst/>
          </a:prstGeom>
          <a:noFill/>
        </p:spPr>
        <p:txBody>
          <a:bodyPr wrap="square" rtlCol="0">
            <a:spAutoFit/>
          </a:bodyPr>
          <a:lstStyle/>
          <a:p>
            <a:r>
              <a:rPr lang="fr-FR" sz="1800" dirty="0">
                <a:solidFill>
                  <a:schemeClr val="accent1">
                    <a:lumMod val="75000"/>
                  </a:schemeClr>
                </a:solidFill>
                <a:latin typeface="Arial Black" panose="020B0A04020102020204" pitchFamily="34" charset="0"/>
              </a:rPr>
              <a:t>Personnalisation</a:t>
            </a:r>
            <a:r>
              <a:rPr lang="fr-FR" sz="1800" dirty="0">
                <a:solidFill>
                  <a:schemeClr val="tx1"/>
                </a:solidFill>
                <a:latin typeface="Arial Black" panose="020B0A04020102020204" pitchFamily="34" charset="0"/>
              </a:rPr>
              <a:t> avancée limitée</a:t>
            </a:r>
          </a:p>
        </p:txBody>
      </p:sp>
      <p:sp>
        <p:nvSpPr>
          <p:cNvPr id="76" name="Google Shape;939;p44">
            <a:extLst>
              <a:ext uri="{FF2B5EF4-FFF2-40B4-BE49-F238E27FC236}">
                <a16:creationId xmlns:a16="http://schemas.microsoft.com/office/drawing/2014/main" id="{FF12D7A8-814C-46AA-A07D-F5380C76F92D}"/>
              </a:ext>
            </a:extLst>
          </p:cNvPr>
          <p:cNvSpPr/>
          <p:nvPr/>
        </p:nvSpPr>
        <p:spPr>
          <a:xfrm rot="7198710">
            <a:off x="7805611" y="1453101"/>
            <a:ext cx="630918" cy="627700"/>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939;p44">
            <a:extLst>
              <a:ext uri="{FF2B5EF4-FFF2-40B4-BE49-F238E27FC236}">
                <a16:creationId xmlns:a16="http://schemas.microsoft.com/office/drawing/2014/main" id="{9B8FB21D-F7D3-434F-83B5-F7D488C4C583}"/>
              </a:ext>
            </a:extLst>
          </p:cNvPr>
          <p:cNvSpPr/>
          <p:nvPr/>
        </p:nvSpPr>
        <p:spPr>
          <a:xfrm rot="7198710">
            <a:off x="1322228" y="1577752"/>
            <a:ext cx="630918" cy="627700"/>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808;p59">
            <a:extLst>
              <a:ext uri="{FF2B5EF4-FFF2-40B4-BE49-F238E27FC236}">
                <a16:creationId xmlns:a16="http://schemas.microsoft.com/office/drawing/2014/main" id="{C7B62BB2-6762-472C-A1B4-49F0EDC79B50}"/>
              </a:ext>
            </a:extLst>
          </p:cNvPr>
          <p:cNvSpPr/>
          <p:nvPr/>
        </p:nvSpPr>
        <p:spPr>
          <a:xfrm>
            <a:off x="2124349" y="2162020"/>
            <a:ext cx="262479" cy="262448"/>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1499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5"/>
                                        </p:tgtEl>
                                        <p:attrNameLst>
                                          <p:attrName>style.visibility</p:attrName>
                                        </p:attrNameLst>
                                      </p:cBhvr>
                                      <p:to>
                                        <p:strVal val="visible"/>
                                      </p:to>
                                    </p:set>
                                    <p:animEffect transition="in" filter="barn(inVertical)">
                                      <p:cBhvr>
                                        <p:cTn id="12" dur="500"/>
                                        <p:tgtEl>
                                          <p:spTgt spid="7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74"/>
                                        </p:tgtEl>
                                        <p:attrNameLst>
                                          <p:attrName>style.visibility</p:attrName>
                                        </p:attrNameLst>
                                      </p:cBhvr>
                                      <p:to>
                                        <p:strVal val="visible"/>
                                      </p:to>
                                    </p:set>
                                    <p:animEffect transition="in" filter="barn(inVertical)">
                                      <p:cBhvr>
                                        <p:cTn id="17"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4" grpId="0"/>
      <p:bldP spid="7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5" name="Google Shape;645;p40"/>
          <p:cNvSpPr/>
          <p:nvPr/>
        </p:nvSpPr>
        <p:spPr>
          <a:xfrm>
            <a:off x="714358" y="1460414"/>
            <a:ext cx="1367281" cy="1367105"/>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40"/>
          <p:cNvSpPr txBox="1">
            <a:spLocks noGrp="1"/>
          </p:cNvSpPr>
          <p:nvPr>
            <p:ph type="title"/>
          </p:nvPr>
        </p:nvSpPr>
        <p:spPr>
          <a:xfrm>
            <a:off x="2635410" y="1371970"/>
            <a:ext cx="3618433" cy="1740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accent1">
                    <a:lumMod val="75000"/>
                  </a:schemeClr>
                </a:solidFill>
              </a:rPr>
              <a:t>Concl</a:t>
            </a:r>
            <a:r>
              <a:rPr lang="en" dirty="0">
                <a:solidFill>
                  <a:schemeClr val="tx1"/>
                </a:solidFill>
              </a:rPr>
              <a:t>usion</a:t>
            </a:r>
            <a:endParaRPr dirty="0">
              <a:solidFill>
                <a:schemeClr val="tx1"/>
              </a:solidFill>
            </a:endParaRPr>
          </a:p>
        </p:txBody>
      </p:sp>
      <p:sp>
        <p:nvSpPr>
          <p:cNvPr id="648" name="Google Shape;648;p40"/>
          <p:cNvSpPr txBox="1">
            <a:spLocks noGrp="1"/>
          </p:cNvSpPr>
          <p:nvPr>
            <p:ph type="title" idx="2"/>
          </p:nvPr>
        </p:nvSpPr>
        <p:spPr>
          <a:xfrm>
            <a:off x="714300" y="1764027"/>
            <a:ext cx="1367400" cy="759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sp>
        <p:nvSpPr>
          <p:cNvPr id="650" name="Google Shape;650;p40"/>
          <p:cNvSpPr txBox="1"/>
          <p:nvPr/>
        </p:nvSpPr>
        <p:spPr>
          <a:xfrm>
            <a:off x="7062300" y="212749"/>
            <a:ext cx="1367400" cy="300900"/>
          </a:xfrm>
          <a:prstGeom prst="rect">
            <a:avLst/>
          </a:prstGeom>
          <a:noFill/>
          <a:ln>
            <a:noFill/>
          </a:ln>
        </p:spPr>
        <p:txBody>
          <a:bodyPr spcFirstLastPara="1" wrap="square" lIns="91425" tIns="91425" rIns="0" bIns="91425" anchor="ctr" anchorCtr="0">
            <a:noAutofit/>
          </a:bodyPr>
          <a:lstStyle/>
          <a:p>
            <a:pPr marL="0" lvl="0" indent="0" algn="r" rtl="0">
              <a:spcBef>
                <a:spcPts val="0"/>
              </a:spcBef>
              <a:spcAft>
                <a:spcPts val="0"/>
              </a:spcAft>
              <a:buNone/>
            </a:pPr>
            <a:r>
              <a:rPr lang="en">
                <a:solidFill>
                  <a:schemeClr val="lt2"/>
                </a:solidFill>
                <a:latin typeface="Bebas Neue"/>
                <a:ea typeface="Bebas Neue"/>
                <a:cs typeface="Bebas Neue"/>
                <a:sym typeface="Bebas Neue"/>
              </a:rPr>
              <a:t>Data ANALYSIS</a:t>
            </a:r>
            <a:endParaRPr>
              <a:solidFill>
                <a:schemeClr val="lt2"/>
              </a:solidFill>
            </a:endParaRPr>
          </a:p>
        </p:txBody>
      </p:sp>
      <p:sp>
        <p:nvSpPr>
          <p:cNvPr id="651" name="Google Shape;651;p40"/>
          <p:cNvSpPr/>
          <p:nvPr/>
        </p:nvSpPr>
        <p:spPr>
          <a:xfrm>
            <a:off x="7234875" y="704575"/>
            <a:ext cx="107827" cy="108491"/>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40"/>
          <p:cNvSpPr/>
          <p:nvPr/>
        </p:nvSpPr>
        <p:spPr>
          <a:xfrm>
            <a:off x="7910100" y="2261476"/>
            <a:ext cx="262479" cy="262448"/>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40"/>
          <p:cNvSpPr/>
          <p:nvPr/>
        </p:nvSpPr>
        <p:spPr>
          <a:xfrm>
            <a:off x="830067" y="3166818"/>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40"/>
          <p:cNvSpPr/>
          <p:nvPr/>
        </p:nvSpPr>
        <p:spPr>
          <a:xfrm>
            <a:off x="1567052" y="4255387"/>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40"/>
          <p:cNvSpPr/>
          <p:nvPr/>
        </p:nvSpPr>
        <p:spPr>
          <a:xfrm>
            <a:off x="8172564" y="3182711"/>
            <a:ext cx="107827" cy="108460"/>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6" name="Google Shape;656;p40"/>
          <p:cNvGrpSpPr/>
          <p:nvPr/>
        </p:nvGrpSpPr>
        <p:grpSpPr>
          <a:xfrm>
            <a:off x="7741747" y="734402"/>
            <a:ext cx="695830" cy="243805"/>
            <a:chOff x="2271950" y="2722775"/>
            <a:chExt cx="575875" cy="201775"/>
          </a:xfrm>
        </p:grpSpPr>
        <p:sp>
          <p:nvSpPr>
            <p:cNvPr id="657" name="Google Shape;657;p40"/>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40"/>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40"/>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40"/>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40"/>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2" name="Google Shape;662;p40"/>
          <p:cNvSpPr/>
          <p:nvPr/>
        </p:nvSpPr>
        <p:spPr>
          <a:xfrm rot="7198898">
            <a:off x="7185962" y="1188869"/>
            <a:ext cx="700377" cy="696805"/>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40"/>
          <p:cNvSpPr/>
          <p:nvPr/>
        </p:nvSpPr>
        <p:spPr>
          <a:xfrm rot="7201932">
            <a:off x="771379" y="3761590"/>
            <a:ext cx="371928" cy="370031"/>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40"/>
          <p:cNvSpPr/>
          <p:nvPr/>
        </p:nvSpPr>
        <p:spPr>
          <a:xfrm>
            <a:off x="6625763" y="910513"/>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40"/>
          <p:cNvSpPr/>
          <p:nvPr/>
        </p:nvSpPr>
        <p:spPr>
          <a:xfrm rot="-1685758">
            <a:off x="1428932" y="3807847"/>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40"/>
          <p:cNvSpPr/>
          <p:nvPr/>
        </p:nvSpPr>
        <p:spPr>
          <a:xfrm>
            <a:off x="7932086" y="3693012"/>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40">
            <a:hlinkClick r:id="" action="ppaction://hlinkshowjump?jump=nextslide"/>
          </p:cNvPr>
          <p:cNvSpPr/>
          <p:nvPr/>
        </p:nvSpPr>
        <p:spPr>
          <a:xfrm rot="5400000">
            <a:off x="821542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40">
            <a:hlinkClick r:id="" action="ppaction://hlinkshowjump?jump=previousslide"/>
          </p:cNvPr>
          <p:cNvSpPr/>
          <p:nvPr/>
        </p:nvSpPr>
        <p:spPr>
          <a:xfrm rot="-5400000" flipH="1">
            <a:off x="73197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40">
            <a:hlinkClick r:id="rId3" action="ppaction://hlinksldjump"/>
          </p:cNvPr>
          <p:cNvSpPr txBox="1"/>
          <p:nvPr/>
        </p:nvSpPr>
        <p:spPr>
          <a:xfrm>
            <a:off x="92245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MENU</a:t>
            </a:r>
            <a:endParaRPr sz="1000">
              <a:solidFill>
                <a:schemeClr val="dk1"/>
              </a:solidFill>
              <a:latin typeface="Bebas Neue"/>
              <a:ea typeface="Bebas Neue"/>
              <a:cs typeface="Bebas Neue"/>
              <a:sym typeface="Bebas Neue"/>
            </a:endParaRPr>
          </a:p>
        </p:txBody>
      </p:sp>
      <p:sp>
        <p:nvSpPr>
          <p:cNvPr id="670" name="Google Shape;670;p40">
            <a:hlinkClick r:id="" action="ppaction://noaction"/>
          </p:cNvPr>
          <p:cNvSpPr txBox="1"/>
          <p:nvPr/>
        </p:nvSpPr>
        <p:spPr>
          <a:xfrm>
            <a:off x="151793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ANALYSIS</a:t>
            </a:r>
            <a:endParaRPr sz="1000">
              <a:solidFill>
                <a:schemeClr val="dk1"/>
              </a:solidFill>
              <a:latin typeface="Bebas Neue"/>
              <a:ea typeface="Bebas Neue"/>
              <a:cs typeface="Bebas Neue"/>
              <a:sym typeface="Bebas Neue"/>
            </a:endParaRPr>
          </a:p>
        </p:txBody>
      </p:sp>
      <p:sp>
        <p:nvSpPr>
          <p:cNvPr id="671" name="Google Shape;671;p40">
            <a:hlinkClick r:id="" action="ppaction://noaction"/>
          </p:cNvPr>
          <p:cNvSpPr txBox="1"/>
          <p:nvPr/>
        </p:nvSpPr>
        <p:spPr>
          <a:xfrm>
            <a:off x="211341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CONTACT</a:t>
            </a:r>
            <a:endParaRPr sz="1000">
              <a:solidFill>
                <a:schemeClr val="dk1"/>
              </a:solidFill>
              <a:latin typeface="Bebas Neue"/>
              <a:ea typeface="Bebas Neue"/>
              <a:cs typeface="Bebas Neue"/>
              <a:sym typeface="Bebas Neue"/>
            </a:endParaRPr>
          </a:p>
        </p:txBody>
      </p:sp>
      <p:grpSp>
        <p:nvGrpSpPr>
          <p:cNvPr id="672" name="Google Shape;672;p40"/>
          <p:cNvGrpSpPr/>
          <p:nvPr/>
        </p:nvGrpSpPr>
        <p:grpSpPr>
          <a:xfrm>
            <a:off x="706038" y="312972"/>
            <a:ext cx="140222" cy="140409"/>
            <a:chOff x="2741000" y="199475"/>
            <a:chExt cx="191953" cy="192210"/>
          </a:xfrm>
        </p:grpSpPr>
        <p:sp>
          <p:nvSpPr>
            <p:cNvPr id="673" name="Google Shape;673;p40"/>
            <p:cNvSpPr/>
            <p:nvPr/>
          </p:nvSpPr>
          <p:spPr>
            <a:xfrm>
              <a:off x="2741000"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40"/>
            <p:cNvSpPr/>
            <p:nvPr/>
          </p:nvSpPr>
          <p:spPr>
            <a:xfrm>
              <a:off x="2741000"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40"/>
            <p:cNvSpPr/>
            <p:nvPr/>
          </p:nvSpPr>
          <p:spPr>
            <a:xfrm>
              <a:off x="2741000"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40"/>
            <p:cNvSpPr/>
            <p:nvPr/>
          </p:nvSpPr>
          <p:spPr>
            <a:xfrm>
              <a:off x="2815215"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40"/>
            <p:cNvSpPr/>
            <p:nvPr/>
          </p:nvSpPr>
          <p:spPr>
            <a:xfrm>
              <a:off x="2815215"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40"/>
            <p:cNvSpPr/>
            <p:nvPr/>
          </p:nvSpPr>
          <p:spPr>
            <a:xfrm>
              <a:off x="2815215"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40"/>
            <p:cNvSpPr/>
            <p:nvPr/>
          </p:nvSpPr>
          <p:spPr>
            <a:xfrm>
              <a:off x="2889453"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40"/>
            <p:cNvSpPr/>
            <p:nvPr/>
          </p:nvSpPr>
          <p:spPr>
            <a:xfrm>
              <a:off x="2889453"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40"/>
            <p:cNvSpPr/>
            <p:nvPr/>
          </p:nvSpPr>
          <p:spPr>
            <a:xfrm>
              <a:off x="2889453"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2" name="Google Shape;682;p40">
            <a:hlinkClick r:id="rId4" action="ppaction://hlinksldjump"/>
          </p:cNvPr>
          <p:cNvSpPr/>
          <p:nvPr/>
        </p:nvSpPr>
        <p:spPr>
          <a:xfrm>
            <a:off x="669500" y="276525"/>
            <a:ext cx="213300" cy="21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99602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45"/>
                                        </p:tgtEl>
                                        <p:attrNameLst>
                                          <p:attrName>style.visibility</p:attrName>
                                        </p:attrNameLst>
                                      </p:cBhvr>
                                      <p:to>
                                        <p:strVal val="visible"/>
                                      </p:to>
                                    </p:set>
                                    <p:animEffect transition="in" filter="wipe(down)">
                                      <p:cBhvr>
                                        <p:cTn id="7" dur="500"/>
                                        <p:tgtEl>
                                          <p:spTgt spid="64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46"/>
                                        </p:tgtEl>
                                        <p:attrNameLst>
                                          <p:attrName>style.visibility</p:attrName>
                                        </p:attrNameLst>
                                      </p:cBhvr>
                                      <p:to>
                                        <p:strVal val="visible"/>
                                      </p:to>
                                    </p:set>
                                    <p:animEffect transition="in" filter="wipe(down)">
                                      <p:cBhvr>
                                        <p:cTn id="10" dur="500"/>
                                        <p:tgtEl>
                                          <p:spTgt spid="646"/>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48"/>
                                        </p:tgtEl>
                                        <p:attrNameLst>
                                          <p:attrName>style.visibility</p:attrName>
                                        </p:attrNameLst>
                                      </p:cBhvr>
                                      <p:to>
                                        <p:strVal val="visible"/>
                                      </p:to>
                                    </p:set>
                                    <p:animEffect transition="in" filter="wipe(down)">
                                      <p:cBhvr>
                                        <p:cTn id="13" dur="500"/>
                                        <p:tgtEl>
                                          <p:spTgt spid="648"/>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653"/>
                                        </p:tgtEl>
                                        <p:attrNameLst>
                                          <p:attrName>style.visibility</p:attrName>
                                        </p:attrNameLst>
                                      </p:cBhvr>
                                      <p:to>
                                        <p:strVal val="visible"/>
                                      </p:to>
                                    </p:set>
                                    <p:animEffect transition="in" filter="wipe(down)">
                                      <p:cBhvr>
                                        <p:cTn id="16" dur="500"/>
                                        <p:tgtEl>
                                          <p:spTgt spid="653"/>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664"/>
                                        </p:tgtEl>
                                        <p:attrNameLst>
                                          <p:attrName>style.visibility</p:attrName>
                                        </p:attrNameLst>
                                      </p:cBhvr>
                                      <p:to>
                                        <p:strVal val="visible"/>
                                      </p:to>
                                    </p:set>
                                    <p:animEffect transition="in" filter="wipe(down)">
                                      <p:cBhvr>
                                        <p:cTn id="19" dur="500"/>
                                        <p:tgtEl>
                                          <p:spTgt spid="664"/>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651"/>
                                        </p:tgtEl>
                                        <p:attrNameLst>
                                          <p:attrName>style.visibility</p:attrName>
                                        </p:attrNameLst>
                                      </p:cBhvr>
                                      <p:to>
                                        <p:strVal val="visible"/>
                                      </p:to>
                                    </p:set>
                                    <p:animEffect transition="in" filter="wipe(down)">
                                      <p:cBhvr>
                                        <p:cTn id="22" dur="500"/>
                                        <p:tgtEl>
                                          <p:spTgt spid="651"/>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52"/>
                                        </p:tgtEl>
                                        <p:attrNameLst>
                                          <p:attrName>style.visibility</p:attrName>
                                        </p:attrNameLst>
                                      </p:cBhvr>
                                      <p:to>
                                        <p:strVal val="visible"/>
                                      </p:to>
                                    </p:set>
                                    <p:animEffect transition="in" filter="wipe(down)">
                                      <p:cBhvr>
                                        <p:cTn id="25" dur="500"/>
                                        <p:tgtEl>
                                          <p:spTgt spid="652"/>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654"/>
                                        </p:tgtEl>
                                        <p:attrNameLst>
                                          <p:attrName>style.visibility</p:attrName>
                                        </p:attrNameLst>
                                      </p:cBhvr>
                                      <p:to>
                                        <p:strVal val="visible"/>
                                      </p:to>
                                    </p:set>
                                    <p:animEffect transition="in" filter="wipe(down)">
                                      <p:cBhvr>
                                        <p:cTn id="28" dur="500"/>
                                        <p:tgtEl>
                                          <p:spTgt spid="654"/>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655"/>
                                        </p:tgtEl>
                                        <p:attrNameLst>
                                          <p:attrName>style.visibility</p:attrName>
                                        </p:attrNameLst>
                                      </p:cBhvr>
                                      <p:to>
                                        <p:strVal val="visible"/>
                                      </p:to>
                                    </p:set>
                                    <p:animEffect transition="in" filter="wipe(down)">
                                      <p:cBhvr>
                                        <p:cTn id="31" dur="500"/>
                                        <p:tgtEl>
                                          <p:spTgt spid="655"/>
                                        </p:tgtEl>
                                      </p:cBhvr>
                                    </p:animEffect>
                                  </p:childTnLst>
                                </p:cTn>
                              </p:par>
                              <p:par>
                                <p:cTn id="32" presetID="22" presetClass="entr" presetSubtype="4" fill="hold" nodeType="withEffect">
                                  <p:stCondLst>
                                    <p:cond delay="0"/>
                                  </p:stCondLst>
                                  <p:childTnLst>
                                    <p:set>
                                      <p:cBhvr>
                                        <p:cTn id="33" dur="1" fill="hold">
                                          <p:stCondLst>
                                            <p:cond delay="0"/>
                                          </p:stCondLst>
                                        </p:cTn>
                                        <p:tgtEl>
                                          <p:spTgt spid="656"/>
                                        </p:tgtEl>
                                        <p:attrNameLst>
                                          <p:attrName>style.visibility</p:attrName>
                                        </p:attrNameLst>
                                      </p:cBhvr>
                                      <p:to>
                                        <p:strVal val="visible"/>
                                      </p:to>
                                    </p:set>
                                    <p:animEffect transition="in" filter="wipe(down)">
                                      <p:cBhvr>
                                        <p:cTn id="34" dur="500"/>
                                        <p:tgtEl>
                                          <p:spTgt spid="656"/>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662"/>
                                        </p:tgtEl>
                                        <p:attrNameLst>
                                          <p:attrName>style.visibility</p:attrName>
                                        </p:attrNameLst>
                                      </p:cBhvr>
                                      <p:to>
                                        <p:strVal val="visible"/>
                                      </p:to>
                                    </p:set>
                                    <p:animEffect transition="in" filter="wipe(down)">
                                      <p:cBhvr>
                                        <p:cTn id="37" dur="500"/>
                                        <p:tgtEl>
                                          <p:spTgt spid="662"/>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663"/>
                                        </p:tgtEl>
                                        <p:attrNameLst>
                                          <p:attrName>style.visibility</p:attrName>
                                        </p:attrNameLst>
                                      </p:cBhvr>
                                      <p:to>
                                        <p:strVal val="visible"/>
                                      </p:to>
                                    </p:set>
                                    <p:animEffect transition="in" filter="wipe(down)">
                                      <p:cBhvr>
                                        <p:cTn id="40" dur="500"/>
                                        <p:tgtEl>
                                          <p:spTgt spid="663"/>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665"/>
                                        </p:tgtEl>
                                        <p:attrNameLst>
                                          <p:attrName>style.visibility</p:attrName>
                                        </p:attrNameLst>
                                      </p:cBhvr>
                                      <p:to>
                                        <p:strVal val="visible"/>
                                      </p:to>
                                    </p:set>
                                    <p:animEffect transition="in" filter="wipe(down)">
                                      <p:cBhvr>
                                        <p:cTn id="43" dur="500"/>
                                        <p:tgtEl>
                                          <p:spTgt spid="665"/>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666"/>
                                        </p:tgtEl>
                                        <p:attrNameLst>
                                          <p:attrName>style.visibility</p:attrName>
                                        </p:attrNameLst>
                                      </p:cBhvr>
                                      <p:to>
                                        <p:strVal val="visible"/>
                                      </p:to>
                                    </p:set>
                                    <p:animEffect transition="in" filter="wipe(down)">
                                      <p:cBhvr>
                                        <p:cTn id="46" dur="500"/>
                                        <p:tgtEl>
                                          <p:spTgt spid="6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 grpId="0" animBg="1"/>
      <p:bldP spid="646" grpId="0"/>
      <p:bldP spid="648" grpId="0"/>
      <p:bldP spid="651" grpId="0" animBg="1"/>
      <p:bldP spid="652" grpId="0" animBg="1"/>
      <p:bldP spid="653" grpId="0" animBg="1"/>
      <p:bldP spid="654" grpId="0" animBg="1"/>
      <p:bldP spid="655" grpId="0" animBg="1"/>
      <p:bldP spid="662" grpId="0" animBg="1"/>
      <p:bldP spid="663" grpId="0" animBg="1"/>
      <p:bldP spid="664" grpId="0" animBg="1"/>
      <p:bldP spid="665" grpId="0" animBg="1"/>
      <p:bldP spid="66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14"/>
        <p:cNvGrpSpPr/>
        <p:nvPr/>
      </p:nvGrpSpPr>
      <p:grpSpPr>
        <a:xfrm>
          <a:off x="0" y="0"/>
          <a:ext cx="0" cy="0"/>
          <a:chOff x="0" y="0"/>
          <a:chExt cx="0" cy="0"/>
        </a:xfrm>
      </p:grpSpPr>
      <p:sp>
        <p:nvSpPr>
          <p:cNvPr id="1617" name="Google Shape;1617;p57"/>
          <p:cNvSpPr txBox="1">
            <a:spLocks noGrp="1"/>
          </p:cNvSpPr>
          <p:nvPr>
            <p:ph type="subTitle" idx="1"/>
          </p:nvPr>
        </p:nvSpPr>
        <p:spPr>
          <a:xfrm>
            <a:off x="4226057" y="1495425"/>
            <a:ext cx="4203568" cy="1000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FR" dirty="0">
                <a:solidFill>
                  <a:schemeClr val="accent1">
                    <a:lumMod val="75000"/>
                  </a:schemeClr>
                </a:solidFill>
              </a:rPr>
              <a:t>POWERBI</a:t>
            </a:r>
            <a:r>
              <a:rPr lang="fr-FR" dirty="0"/>
              <a:t> avec ses avantages et son potentiel à transformer les informations en décisions stratégiques fait de cet outil un atout majeur pour toute organisation cherchant à exploiter pleinement la puissance de ses données.</a:t>
            </a:r>
            <a:endParaRPr dirty="0"/>
          </a:p>
        </p:txBody>
      </p:sp>
      <p:cxnSp>
        <p:nvCxnSpPr>
          <p:cNvPr id="1618" name="Google Shape;1618;p57"/>
          <p:cNvCxnSpPr/>
          <p:nvPr/>
        </p:nvCxnSpPr>
        <p:spPr>
          <a:xfrm>
            <a:off x="706050" y="539450"/>
            <a:ext cx="7731900" cy="0"/>
          </a:xfrm>
          <a:prstGeom prst="straightConnector1">
            <a:avLst/>
          </a:prstGeom>
          <a:noFill/>
          <a:ln w="9525" cap="flat" cmpd="sng">
            <a:solidFill>
              <a:schemeClr val="dk1"/>
            </a:solidFill>
            <a:prstDash val="solid"/>
            <a:round/>
            <a:headEnd type="none" w="med" len="med"/>
            <a:tailEnd type="none" w="med" len="med"/>
          </a:ln>
        </p:spPr>
      </p:cxnSp>
      <p:cxnSp>
        <p:nvCxnSpPr>
          <p:cNvPr id="1619" name="Google Shape;1619;p57"/>
          <p:cNvCxnSpPr/>
          <p:nvPr/>
        </p:nvCxnSpPr>
        <p:spPr>
          <a:xfrm>
            <a:off x="706050" y="4604450"/>
            <a:ext cx="7731900" cy="0"/>
          </a:xfrm>
          <a:prstGeom prst="straightConnector1">
            <a:avLst/>
          </a:prstGeom>
          <a:noFill/>
          <a:ln w="9525" cap="flat" cmpd="sng">
            <a:solidFill>
              <a:schemeClr val="dk1"/>
            </a:solidFill>
            <a:prstDash val="solid"/>
            <a:round/>
            <a:headEnd type="none" w="med" len="med"/>
            <a:tailEnd type="none" w="med" len="med"/>
          </a:ln>
        </p:spPr>
      </p:cxnSp>
      <p:sp>
        <p:nvSpPr>
          <p:cNvPr id="1620" name="Google Shape;1620;p57"/>
          <p:cNvSpPr txBox="1"/>
          <p:nvPr/>
        </p:nvSpPr>
        <p:spPr>
          <a:xfrm>
            <a:off x="7062300" y="212749"/>
            <a:ext cx="1367400" cy="300900"/>
          </a:xfrm>
          <a:prstGeom prst="rect">
            <a:avLst/>
          </a:prstGeom>
          <a:noFill/>
          <a:ln>
            <a:noFill/>
          </a:ln>
        </p:spPr>
        <p:txBody>
          <a:bodyPr spcFirstLastPara="1" wrap="square" lIns="91425" tIns="91425" rIns="0" bIns="91425" anchor="ctr" anchorCtr="0">
            <a:noAutofit/>
          </a:bodyPr>
          <a:lstStyle/>
          <a:p>
            <a:pPr marL="0" lvl="0" indent="0" algn="r" rtl="0">
              <a:spcBef>
                <a:spcPts val="0"/>
              </a:spcBef>
              <a:spcAft>
                <a:spcPts val="0"/>
              </a:spcAft>
              <a:buNone/>
            </a:pPr>
            <a:r>
              <a:rPr lang="en">
                <a:solidFill>
                  <a:schemeClr val="lt2"/>
                </a:solidFill>
                <a:latin typeface="Bebas Neue"/>
                <a:ea typeface="Bebas Neue"/>
                <a:cs typeface="Bebas Neue"/>
                <a:sym typeface="Bebas Neue"/>
              </a:rPr>
              <a:t>Data ANALYSIS</a:t>
            </a:r>
            <a:endParaRPr>
              <a:solidFill>
                <a:schemeClr val="lt2"/>
              </a:solidFill>
            </a:endParaRPr>
          </a:p>
        </p:txBody>
      </p:sp>
      <p:sp>
        <p:nvSpPr>
          <p:cNvPr id="1621" name="Google Shape;1621;p57"/>
          <p:cNvSpPr/>
          <p:nvPr/>
        </p:nvSpPr>
        <p:spPr>
          <a:xfrm flipH="1">
            <a:off x="4366301" y="1108649"/>
            <a:ext cx="107827" cy="108460"/>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57"/>
          <p:cNvSpPr/>
          <p:nvPr/>
        </p:nvSpPr>
        <p:spPr>
          <a:xfrm flipH="1">
            <a:off x="5457008" y="866903"/>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23" name="Google Shape;1623;p57"/>
          <p:cNvGrpSpPr/>
          <p:nvPr/>
        </p:nvGrpSpPr>
        <p:grpSpPr>
          <a:xfrm>
            <a:off x="706040" y="883365"/>
            <a:ext cx="3660264" cy="3454307"/>
            <a:chOff x="706040" y="883365"/>
            <a:chExt cx="3660264" cy="3454307"/>
          </a:xfrm>
        </p:grpSpPr>
        <p:sp>
          <p:nvSpPr>
            <p:cNvPr id="1624" name="Google Shape;1624;p57"/>
            <p:cNvSpPr/>
            <p:nvPr/>
          </p:nvSpPr>
          <p:spPr>
            <a:xfrm>
              <a:off x="2305683" y="1221248"/>
              <a:ext cx="517858" cy="491540"/>
            </a:xfrm>
            <a:custGeom>
              <a:avLst/>
              <a:gdLst/>
              <a:ahLst/>
              <a:cxnLst/>
              <a:rect l="l" t="t" r="r" b="b"/>
              <a:pathLst>
                <a:path w="12613" h="11972" extrusionOk="0">
                  <a:moveTo>
                    <a:pt x="6823" y="428"/>
                  </a:moveTo>
                  <a:lnTo>
                    <a:pt x="8266" y="3350"/>
                  </a:lnTo>
                  <a:cubicBezTo>
                    <a:pt x="8355" y="3528"/>
                    <a:pt x="8515" y="3653"/>
                    <a:pt x="8711" y="3670"/>
                  </a:cubicBezTo>
                  <a:lnTo>
                    <a:pt x="11936" y="4134"/>
                  </a:lnTo>
                  <a:cubicBezTo>
                    <a:pt x="12417" y="4205"/>
                    <a:pt x="12613" y="4793"/>
                    <a:pt x="12256" y="5131"/>
                  </a:cubicBezTo>
                  <a:lnTo>
                    <a:pt x="9923" y="7411"/>
                  </a:lnTo>
                  <a:cubicBezTo>
                    <a:pt x="9798" y="7536"/>
                    <a:pt x="9727" y="7732"/>
                    <a:pt x="9762" y="7928"/>
                  </a:cubicBezTo>
                  <a:lnTo>
                    <a:pt x="10315" y="11135"/>
                  </a:lnTo>
                  <a:cubicBezTo>
                    <a:pt x="10386" y="11616"/>
                    <a:pt x="9887" y="11972"/>
                    <a:pt x="9477" y="11740"/>
                  </a:cubicBezTo>
                  <a:lnTo>
                    <a:pt x="6574" y="10226"/>
                  </a:lnTo>
                  <a:cubicBezTo>
                    <a:pt x="6395" y="10137"/>
                    <a:pt x="6200" y="10137"/>
                    <a:pt x="6039" y="10226"/>
                  </a:cubicBezTo>
                  <a:lnTo>
                    <a:pt x="3135" y="11740"/>
                  </a:lnTo>
                  <a:cubicBezTo>
                    <a:pt x="2708" y="11972"/>
                    <a:pt x="2209" y="11616"/>
                    <a:pt x="2298" y="11135"/>
                  </a:cubicBezTo>
                  <a:lnTo>
                    <a:pt x="2850" y="7928"/>
                  </a:lnTo>
                  <a:cubicBezTo>
                    <a:pt x="2886" y="7732"/>
                    <a:pt x="2815" y="7536"/>
                    <a:pt x="2672" y="7411"/>
                  </a:cubicBezTo>
                  <a:lnTo>
                    <a:pt x="339" y="5131"/>
                  </a:lnTo>
                  <a:cubicBezTo>
                    <a:pt x="0" y="4793"/>
                    <a:pt x="196" y="4205"/>
                    <a:pt x="659" y="4134"/>
                  </a:cubicBezTo>
                  <a:lnTo>
                    <a:pt x="3901" y="3670"/>
                  </a:lnTo>
                  <a:cubicBezTo>
                    <a:pt x="4080" y="3653"/>
                    <a:pt x="4258" y="3528"/>
                    <a:pt x="4347" y="3350"/>
                  </a:cubicBezTo>
                  <a:lnTo>
                    <a:pt x="5790" y="428"/>
                  </a:lnTo>
                  <a:cubicBezTo>
                    <a:pt x="6004" y="1"/>
                    <a:pt x="6609" y="1"/>
                    <a:pt x="6823" y="428"/>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25" name="Google Shape;1625;p57"/>
            <p:cNvGrpSpPr/>
            <p:nvPr/>
          </p:nvGrpSpPr>
          <p:grpSpPr>
            <a:xfrm flipH="1">
              <a:off x="3131991" y="2597216"/>
              <a:ext cx="858975" cy="300968"/>
              <a:chOff x="2271950" y="2722775"/>
              <a:chExt cx="575875" cy="201775"/>
            </a:xfrm>
          </p:grpSpPr>
          <p:sp>
            <p:nvSpPr>
              <p:cNvPr id="1626" name="Google Shape;1626;p57"/>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57"/>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57"/>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57"/>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57"/>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1" name="Google Shape;1631;p57"/>
            <p:cNvGrpSpPr/>
            <p:nvPr/>
          </p:nvGrpSpPr>
          <p:grpSpPr>
            <a:xfrm>
              <a:off x="1142462" y="1564560"/>
              <a:ext cx="2338579" cy="2014768"/>
              <a:chOff x="4546896" y="1377977"/>
              <a:chExt cx="2655063" cy="2287430"/>
            </a:xfrm>
          </p:grpSpPr>
          <p:sp>
            <p:nvSpPr>
              <p:cNvPr id="1632" name="Google Shape;1632;p57"/>
              <p:cNvSpPr/>
              <p:nvPr/>
            </p:nvSpPr>
            <p:spPr>
              <a:xfrm>
                <a:off x="4566233" y="1677948"/>
                <a:ext cx="2635726" cy="1987458"/>
              </a:xfrm>
              <a:custGeom>
                <a:avLst/>
                <a:gdLst/>
                <a:ahLst/>
                <a:cxnLst/>
                <a:rect l="l" t="t" r="r" b="b"/>
                <a:pathLst>
                  <a:path w="72790" h="54887" extrusionOk="0">
                    <a:moveTo>
                      <a:pt x="0" y="14163"/>
                    </a:moveTo>
                    <a:lnTo>
                      <a:pt x="8658" y="47956"/>
                    </a:lnTo>
                    <a:lnTo>
                      <a:pt x="10653" y="54886"/>
                    </a:lnTo>
                    <a:cubicBezTo>
                      <a:pt x="10653" y="54886"/>
                      <a:pt x="26312" y="46638"/>
                      <a:pt x="41722" y="46923"/>
                    </a:cubicBezTo>
                    <a:cubicBezTo>
                      <a:pt x="57024" y="38764"/>
                      <a:pt x="72790" y="38942"/>
                      <a:pt x="72790" y="38942"/>
                    </a:cubicBezTo>
                    <a:lnTo>
                      <a:pt x="71240" y="33295"/>
                    </a:lnTo>
                    <a:lnTo>
                      <a:pt x="62707" y="0"/>
                    </a:lnTo>
                  </a:path>
                </a:pathLst>
              </a:custGeom>
              <a:gradFill>
                <a:gsLst>
                  <a:gs pos="0">
                    <a:schemeClr val="dk2"/>
                  </a:gs>
                  <a:gs pos="100000">
                    <a:schemeClr val="lt1"/>
                  </a:gs>
                </a:gsLst>
                <a:lin ang="8099331" scaled="0"/>
              </a:gra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57"/>
              <p:cNvSpPr/>
              <p:nvPr/>
            </p:nvSpPr>
            <p:spPr>
              <a:xfrm>
                <a:off x="4557217" y="1643729"/>
                <a:ext cx="2635726" cy="1986843"/>
              </a:xfrm>
              <a:custGeom>
                <a:avLst/>
                <a:gdLst/>
                <a:ahLst/>
                <a:cxnLst/>
                <a:rect l="l" t="t" r="r" b="b"/>
                <a:pathLst>
                  <a:path w="72790" h="54870" extrusionOk="0">
                    <a:moveTo>
                      <a:pt x="1105" y="13682"/>
                    </a:moveTo>
                    <a:cubicBezTo>
                      <a:pt x="659" y="13860"/>
                      <a:pt x="0" y="14163"/>
                      <a:pt x="0" y="14163"/>
                    </a:cubicBezTo>
                    <a:lnTo>
                      <a:pt x="8658" y="47957"/>
                    </a:lnTo>
                    <a:lnTo>
                      <a:pt x="10653" y="54869"/>
                    </a:lnTo>
                    <a:cubicBezTo>
                      <a:pt x="10653" y="54869"/>
                      <a:pt x="26312" y="46639"/>
                      <a:pt x="41721" y="46906"/>
                    </a:cubicBezTo>
                    <a:cubicBezTo>
                      <a:pt x="57024" y="38765"/>
                      <a:pt x="72789" y="38943"/>
                      <a:pt x="72789" y="38943"/>
                    </a:cubicBezTo>
                    <a:lnTo>
                      <a:pt x="71240" y="33278"/>
                    </a:lnTo>
                    <a:lnTo>
                      <a:pt x="62707" y="1"/>
                    </a:lnTo>
                    <a:cubicBezTo>
                      <a:pt x="62707" y="1"/>
                      <a:pt x="62297" y="1"/>
                      <a:pt x="61549" y="19"/>
                    </a:cubicBezTo>
                  </a:path>
                </a:pathLst>
              </a:custGeom>
              <a:gradFill>
                <a:gsLst>
                  <a:gs pos="0">
                    <a:schemeClr val="dk2"/>
                  </a:gs>
                  <a:gs pos="100000">
                    <a:schemeClr val="lt1"/>
                  </a:gs>
                </a:gsLst>
                <a:lin ang="8099331" scaled="0"/>
              </a:gra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57"/>
              <p:cNvSpPr/>
              <p:nvPr/>
            </p:nvSpPr>
            <p:spPr>
              <a:xfrm>
                <a:off x="5687360" y="1576666"/>
                <a:ext cx="1403029" cy="1693288"/>
              </a:xfrm>
              <a:custGeom>
                <a:avLst/>
                <a:gdLst/>
                <a:ahLst/>
                <a:cxnLst/>
                <a:rect l="l" t="t" r="r" b="b"/>
                <a:pathLst>
                  <a:path w="38747" h="46763" extrusionOk="0">
                    <a:moveTo>
                      <a:pt x="1" y="7839"/>
                    </a:moveTo>
                    <a:lnTo>
                      <a:pt x="9977" y="46763"/>
                    </a:lnTo>
                    <a:cubicBezTo>
                      <a:pt x="24086" y="38907"/>
                      <a:pt x="38747" y="39388"/>
                      <a:pt x="38747" y="39388"/>
                    </a:cubicBezTo>
                    <a:lnTo>
                      <a:pt x="38604" y="33420"/>
                    </a:lnTo>
                    <a:lnTo>
                      <a:pt x="30071" y="143"/>
                    </a:lnTo>
                    <a:cubicBezTo>
                      <a:pt x="30071" y="143"/>
                      <a:pt x="14110" y="0"/>
                      <a:pt x="1" y="7839"/>
                    </a:cubicBezTo>
                    <a:close/>
                  </a:path>
                </a:pathLst>
              </a:custGeom>
              <a:gradFill>
                <a:gsLst>
                  <a:gs pos="0">
                    <a:schemeClr val="dk2"/>
                  </a:gs>
                  <a:gs pos="100000">
                    <a:schemeClr val="lt1"/>
                  </a:gs>
                </a:gsLst>
                <a:lin ang="8099331" scaled="0"/>
              </a:gra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57"/>
              <p:cNvSpPr/>
              <p:nvPr/>
            </p:nvSpPr>
            <p:spPr>
              <a:xfrm>
                <a:off x="4546896" y="1377977"/>
                <a:ext cx="2540240" cy="1972612"/>
              </a:xfrm>
              <a:custGeom>
                <a:avLst/>
                <a:gdLst/>
                <a:ahLst/>
                <a:cxnLst/>
                <a:rect l="l" t="t" r="r" b="b"/>
                <a:pathLst>
                  <a:path w="70153" h="54477" extrusionOk="0">
                    <a:moveTo>
                      <a:pt x="60159" y="125"/>
                    </a:moveTo>
                    <a:cubicBezTo>
                      <a:pt x="60159" y="125"/>
                      <a:pt x="44197" y="0"/>
                      <a:pt x="30088" y="7839"/>
                    </a:cubicBezTo>
                    <a:cubicBezTo>
                      <a:pt x="15730" y="7287"/>
                      <a:pt x="0" y="15552"/>
                      <a:pt x="0" y="15552"/>
                    </a:cubicBezTo>
                    <a:lnTo>
                      <a:pt x="9976" y="54477"/>
                    </a:lnTo>
                    <a:cubicBezTo>
                      <a:pt x="9976" y="54477"/>
                      <a:pt x="25706" y="46211"/>
                      <a:pt x="40064" y="46763"/>
                    </a:cubicBezTo>
                    <a:cubicBezTo>
                      <a:pt x="54173" y="38907"/>
                      <a:pt x="70153" y="39049"/>
                      <a:pt x="70153" y="39049"/>
                    </a:cubicBezTo>
                    <a:close/>
                  </a:path>
                </a:pathLst>
              </a:custGeom>
              <a:gradFill>
                <a:gsLst>
                  <a:gs pos="0">
                    <a:schemeClr val="dk2"/>
                  </a:gs>
                  <a:gs pos="100000">
                    <a:schemeClr val="lt1"/>
                  </a:gs>
                </a:gsLst>
                <a:lin ang="8099331" scaled="0"/>
              </a:gra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57"/>
              <p:cNvSpPr/>
              <p:nvPr/>
            </p:nvSpPr>
            <p:spPr>
              <a:xfrm>
                <a:off x="4546896" y="1641810"/>
                <a:ext cx="1450754" cy="1708786"/>
              </a:xfrm>
              <a:custGeom>
                <a:avLst/>
                <a:gdLst/>
                <a:ahLst/>
                <a:cxnLst/>
                <a:rect l="l" t="t" r="r" b="b"/>
                <a:pathLst>
                  <a:path w="40065" h="47191" extrusionOk="0">
                    <a:moveTo>
                      <a:pt x="0" y="8266"/>
                    </a:moveTo>
                    <a:lnTo>
                      <a:pt x="9976" y="47191"/>
                    </a:lnTo>
                    <a:cubicBezTo>
                      <a:pt x="9976" y="47191"/>
                      <a:pt x="25706" y="38925"/>
                      <a:pt x="40064" y="39477"/>
                    </a:cubicBezTo>
                    <a:lnTo>
                      <a:pt x="30088" y="553"/>
                    </a:lnTo>
                    <a:cubicBezTo>
                      <a:pt x="15730" y="1"/>
                      <a:pt x="0" y="8266"/>
                      <a:pt x="0" y="8266"/>
                    </a:cubicBezTo>
                    <a:close/>
                  </a:path>
                </a:pathLst>
              </a:custGeom>
              <a:gradFill>
                <a:gsLst>
                  <a:gs pos="0">
                    <a:schemeClr val="dk2"/>
                  </a:gs>
                  <a:gs pos="100000">
                    <a:schemeClr val="lt1"/>
                  </a:gs>
                </a:gsLst>
                <a:lin ang="8099331" scaled="0"/>
              </a:gra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57"/>
              <p:cNvSpPr/>
              <p:nvPr/>
            </p:nvSpPr>
            <p:spPr>
              <a:xfrm>
                <a:off x="4566233" y="1677948"/>
                <a:ext cx="2635726" cy="1987458"/>
              </a:xfrm>
              <a:custGeom>
                <a:avLst/>
                <a:gdLst/>
                <a:ahLst/>
                <a:cxnLst/>
                <a:rect l="l" t="t" r="r" b="b"/>
                <a:pathLst>
                  <a:path w="72790" h="54887" fill="none" extrusionOk="0">
                    <a:moveTo>
                      <a:pt x="0" y="14163"/>
                    </a:moveTo>
                    <a:lnTo>
                      <a:pt x="8658" y="47956"/>
                    </a:lnTo>
                    <a:lnTo>
                      <a:pt x="10653" y="54886"/>
                    </a:lnTo>
                    <a:cubicBezTo>
                      <a:pt x="10653" y="54886"/>
                      <a:pt x="26312" y="46638"/>
                      <a:pt x="41722" y="46923"/>
                    </a:cubicBezTo>
                    <a:cubicBezTo>
                      <a:pt x="57024" y="38764"/>
                      <a:pt x="72790" y="38942"/>
                      <a:pt x="72790" y="38942"/>
                    </a:cubicBezTo>
                    <a:lnTo>
                      <a:pt x="71240" y="33295"/>
                    </a:lnTo>
                    <a:lnTo>
                      <a:pt x="62707" y="0"/>
                    </a:lnTo>
                  </a:path>
                </a:pathLst>
              </a:custGeom>
              <a:gradFill>
                <a:gsLst>
                  <a:gs pos="0">
                    <a:schemeClr val="dk2"/>
                  </a:gs>
                  <a:gs pos="100000">
                    <a:schemeClr val="lt1"/>
                  </a:gs>
                </a:gsLst>
                <a:lin ang="8099331" scaled="0"/>
              </a:grad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57"/>
              <p:cNvSpPr/>
              <p:nvPr/>
            </p:nvSpPr>
            <p:spPr>
              <a:xfrm>
                <a:off x="4557217" y="1643729"/>
                <a:ext cx="2635726" cy="1986843"/>
              </a:xfrm>
              <a:custGeom>
                <a:avLst/>
                <a:gdLst/>
                <a:ahLst/>
                <a:cxnLst/>
                <a:rect l="l" t="t" r="r" b="b"/>
                <a:pathLst>
                  <a:path w="72790" h="54870" fill="none" extrusionOk="0">
                    <a:moveTo>
                      <a:pt x="1105" y="13682"/>
                    </a:moveTo>
                    <a:cubicBezTo>
                      <a:pt x="659" y="13860"/>
                      <a:pt x="0" y="14163"/>
                      <a:pt x="0" y="14163"/>
                    </a:cubicBezTo>
                    <a:lnTo>
                      <a:pt x="8658" y="47957"/>
                    </a:lnTo>
                    <a:lnTo>
                      <a:pt x="10653" y="54869"/>
                    </a:lnTo>
                    <a:cubicBezTo>
                      <a:pt x="10653" y="54869"/>
                      <a:pt x="26312" y="46639"/>
                      <a:pt x="41721" y="46906"/>
                    </a:cubicBezTo>
                    <a:cubicBezTo>
                      <a:pt x="57024" y="38765"/>
                      <a:pt x="72789" y="38943"/>
                      <a:pt x="72789" y="38943"/>
                    </a:cubicBezTo>
                    <a:lnTo>
                      <a:pt x="71240" y="33278"/>
                    </a:lnTo>
                    <a:lnTo>
                      <a:pt x="62707" y="1"/>
                    </a:lnTo>
                    <a:cubicBezTo>
                      <a:pt x="62707" y="1"/>
                      <a:pt x="62297" y="1"/>
                      <a:pt x="61549" y="19"/>
                    </a:cubicBezTo>
                  </a:path>
                </a:pathLst>
              </a:custGeom>
              <a:gradFill>
                <a:gsLst>
                  <a:gs pos="0">
                    <a:schemeClr val="dk2"/>
                  </a:gs>
                  <a:gs pos="100000">
                    <a:schemeClr val="lt1"/>
                  </a:gs>
                </a:gsLst>
                <a:lin ang="8099331" scaled="0"/>
              </a:grad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57"/>
              <p:cNvSpPr/>
              <p:nvPr/>
            </p:nvSpPr>
            <p:spPr>
              <a:xfrm>
                <a:off x="4597845" y="1581808"/>
                <a:ext cx="2492515" cy="1955195"/>
              </a:xfrm>
              <a:custGeom>
                <a:avLst/>
                <a:gdLst/>
                <a:ahLst/>
                <a:cxnLst/>
                <a:rect l="l" t="t" r="r" b="b"/>
                <a:pathLst>
                  <a:path w="68835" h="53996" fill="none" extrusionOk="0">
                    <a:moveTo>
                      <a:pt x="0" y="15410"/>
                    </a:moveTo>
                    <a:lnTo>
                      <a:pt x="8658" y="49204"/>
                    </a:lnTo>
                    <a:lnTo>
                      <a:pt x="11277" y="53996"/>
                    </a:lnTo>
                    <a:cubicBezTo>
                      <a:pt x="11277" y="53996"/>
                      <a:pt x="25706" y="46069"/>
                      <a:pt x="40065" y="46621"/>
                    </a:cubicBezTo>
                    <a:cubicBezTo>
                      <a:pt x="54174" y="38765"/>
                      <a:pt x="68835" y="39246"/>
                      <a:pt x="68835" y="39246"/>
                    </a:cubicBezTo>
                    <a:lnTo>
                      <a:pt x="68692" y="33278"/>
                    </a:lnTo>
                    <a:lnTo>
                      <a:pt x="60159" y="1"/>
                    </a:lnTo>
                  </a:path>
                </a:pathLst>
              </a:custGeom>
              <a:gradFill>
                <a:gsLst>
                  <a:gs pos="0">
                    <a:schemeClr val="dk2"/>
                  </a:gs>
                  <a:gs pos="100000">
                    <a:schemeClr val="lt1"/>
                  </a:gs>
                </a:gsLst>
                <a:lin ang="8099331" scaled="0"/>
              </a:grad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57"/>
              <p:cNvSpPr/>
              <p:nvPr/>
            </p:nvSpPr>
            <p:spPr>
              <a:xfrm>
                <a:off x="4546896" y="1377977"/>
                <a:ext cx="2540240" cy="1972612"/>
              </a:xfrm>
              <a:custGeom>
                <a:avLst/>
                <a:gdLst/>
                <a:ahLst/>
                <a:cxnLst/>
                <a:rect l="l" t="t" r="r" b="b"/>
                <a:pathLst>
                  <a:path w="70153" h="54477" fill="none" extrusionOk="0">
                    <a:moveTo>
                      <a:pt x="60159" y="125"/>
                    </a:moveTo>
                    <a:cubicBezTo>
                      <a:pt x="60159" y="125"/>
                      <a:pt x="44197" y="0"/>
                      <a:pt x="30088" y="7839"/>
                    </a:cubicBezTo>
                    <a:cubicBezTo>
                      <a:pt x="15730" y="7287"/>
                      <a:pt x="0" y="15552"/>
                      <a:pt x="0" y="15552"/>
                    </a:cubicBezTo>
                    <a:lnTo>
                      <a:pt x="9976" y="54477"/>
                    </a:lnTo>
                    <a:cubicBezTo>
                      <a:pt x="9976" y="54477"/>
                      <a:pt x="25706" y="46211"/>
                      <a:pt x="40064" y="46763"/>
                    </a:cubicBezTo>
                    <a:cubicBezTo>
                      <a:pt x="54173" y="38907"/>
                      <a:pt x="70153" y="39049"/>
                      <a:pt x="70153" y="39049"/>
                    </a:cubicBezTo>
                    <a:close/>
                  </a:path>
                </a:pathLst>
              </a:custGeom>
              <a:gradFill>
                <a:gsLst>
                  <a:gs pos="0">
                    <a:schemeClr val="dk2"/>
                  </a:gs>
                  <a:gs pos="100000">
                    <a:schemeClr val="lt1"/>
                  </a:gs>
                </a:gsLst>
                <a:lin ang="8099331" scaled="0"/>
              </a:grad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57"/>
              <p:cNvSpPr/>
              <p:nvPr/>
            </p:nvSpPr>
            <p:spPr>
              <a:xfrm>
                <a:off x="4546896" y="1641810"/>
                <a:ext cx="1450754" cy="1708786"/>
              </a:xfrm>
              <a:custGeom>
                <a:avLst/>
                <a:gdLst/>
                <a:ahLst/>
                <a:cxnLst/>
                <a:rect l="l" t="t" r="r" b="b"/>
                <a:pathLst>
                  <a:path w="40065" h="47191" fill="none" extrusionOk="0">
                    <a:moveTo>
                      <a:pt x="0" y="8266"/>
                    </a:moveTo>
                    <a:lnTo>
                      <a:pt x="9976" y="47191"/>
                    </a:lnTo>
                    <a:cubicBezTo>
                      <a:pt x="9976" y="47191"/>
                      <a:pt x="25706" y="38925"/>
                      <a:pt x="40064" y="39477"/>
                    </a:cubicBezTo>
                    <a:lnTo>
                      <a:pt x="30088" y="553"/>
                    </a:lnTo>
                    <a:cubicBezTo>
                      <a:pt x="15730" y="1"/>
                      <a:pt x="0" y="8266"/>
                      <a:pt x="0" y="8266"/>
                    </a:cubicBezTo>
                    <a:close/>
                  </a:path>
                </a:pathLst>
              </a:custGeom>
              <a:gradFill>
                <a:gsLst>
                  <a:gs pos="0">
                    <a:schemeClr val="dk2"/>
                  </a:gs>
                  <a:gs pos="100000">
                    <a:schemeClr val="lt1"/>
                  </a:gs>
                </a:gsLst>
                <a:lin ang="8099331" scaled="0"/>
              </a:grad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57"/>
              <p:cNvSpPr/>
              <p:nvPr/>
            </p:nvSpPr>
            <p:spPr>
              <a:xfrm>
                <a:off x="5595782" y="1661146"/>
                <a:ext cx="40012" cy="688"/>
              </a:xfrm>
              <a:custGeom>
                <a:avLst/>
                <a:gdLst/>
                <a:ahLst/>
                <a:cxnLst/>
                <a:rect l="l" t="t" r="r" b="b"/>
                <a:pathLst>
                  <a:path w="1105" h="19" extrusionOk="0">
                    <a:moveTo>
                      <a:pt x="0" y="1"/>
                    </a:moveTo>
                    <a:cubicBezTo>
                      <a:pt x="356" y="1"/>
                      <a:pt x="748" y="19"/>
                      <a:pt x="1105" y="19"/>
                    </a:cubicBezTo>
                    <a:cubicBezTo>
                      <a:pt x="748" y="19"/>
                      <a:pt x="374" y="1"/>
                      <a:pt x="0" y="1"/>
                    </a:cubicBezTo>
                    <a:close/>
                  </a:path>
                </a:pathLst>
              </a:custGeom>
              <a:gradFill>
                <a:gsLst>
                  <a:gs pos="0">
                    <a:schemeClr val="dk2"/>
                  </a:gs>
                  <a:gs pos="100000">
                    <a:schemeClr val="lt1"/>
                  </a:gs>
                </a:gsLst>
                <a:lin ang="8099331" scaled="0"/>
              </a:gra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57"/>
              <p:cNvSpPr/>
              <p:nvPr/>
            </p:nvSpPr>
            <p:spPr>
              <a:xfrm>
                <a:off x="5593175" y="1661146"/>
                <a:ext cx="36" cy="36"/>
              </a:xfrm>
              <a:custGeom>
                <a:avLst/>
                <a:gdLst/>
                <a:ahLst/>
                <a:cxnLst/>
                <a:rect l="l" t="t" r="r" b="b"/>
                <a:pathLst>
                  <a:path w="1" h="1" extrusionOk="0">
                    <a:moveTo>
                      <a:pt x="1" y="1"/>
                    </a:moveTo>
                    <a:close/>
                  </a:path>
                </a:pathLst>
              </a:custGeom>
              <a:gradFill>
                <a:gsLst>
                  <a:gs pos="0">
                    <a:schemeClr val="dk2"/>
                  </a:gs>
                  <a:gs pos="100000">
                    <a:schemeClr val="lt1"/>
                  </a:gs>
                </a:gsLst>
                <a:lin ang="8099331" scaled="0"/>
              </a:gra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57"/>
              <p:cNvSpPr/>
              <p:nvPr/>
            </p:nvSpPr>
            <p:spPr>
              <a:xfrm>
                <a:off x="4971977" y="3106145"/>
                <a:ext cx="988931" cy="282547"/>
              </a:xfrm>
              <a:custGeom>
                <a:avLst/>
                <a:gdLst/>
                <a:ahLst/>
                <a:cxnLst/>
                <a:rect l="l" t="t" r="r" b="b"/>
                <a:pathLst>
                  <a:path w="27311" h="7803" fill="none" extrusionOk="0">
                    <a:moveTo>
                      <a:pt x="27310" y="392"/>
                    </a:moveTo>
                    <a:cubicBezTo>
                      <a:pt x="27310" y="392"/>
                      <a:pt x="15250" y="0"/>
                      <a:pt x="1" y="7803"/>
                    </a:cubicBezTo>
                  </a:path>
                </a:pathLst>
              </a:custGeom>
              <a:gradFill>
                <a:gsLst>
                  <a:gs pos="0">
                    <a:schemeClr val="dk2"/>
                  </a:gs>
                  <a:gs pos="100000">
                    <a:schemeClr val="lt1"/>
                  </a:gs>
                </a:gsLst>
                <a:lin ang="8099331" scaled="0"/>
              </a:gra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57"/>
              <p:cNvSpPr/>
              <p:nvPr/>
            </p:nvSpPr>
            <p:spPr>
              <a:xfrm>
                <a:off x="4988742" y="3147425"/>
                <a:ext cx="988931" cy="282547"/>
              </a:xfrm>
              <a:custGeom>
                <a:avLst/>
                <a:gdLst/>
                <a:ahLst/>
                <a:cxnLst/>
                <a:rect l="l" t="t" r="r" b="b"/>
                <a:pathLst>
                  <a:path w="27311" h="7803" fill="none" extrusionOk="0">
                    <a:moveTo>
                      <a:pt x="27310" y="392"/>
                    </a:moveTo>
                    <a:cubicBezTo>
                      <a:pt x="27310" y="392"/>
                      <a:pt x="15268" y="0"/>
                      <a:pt x="1" y="7803"/>
                    </a:cubicBezTo>
                  </a:path>
                </a:pathLst>
              </a:custGeom>
              <a:gradFill>
                <a:gsLst>
                  <a:gs pos="0">
                    <a:schemeClr val="dk2"/>
                  </a:gs>
                  <a:gs pos="100000">
                    <a:schemeClr val="lt1"/>
                  </a:gs>
                </a:gsLst>
                <a:lin ang="8099331" scaled="0"/>
              </a:gra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57"/>
              <p:cNvSpPr/>
              <p:nvPr/>
            </p:nvSpPr>
            <p:spPr>
              <a:xfrm>
                <a:off x="5008115" y="3190625"/>
                <a:ext cx="988895" cy="282583"/>
              </a:xfrm>
              <a:custGeom>
                <a:avLst/>
                <a:gdLst/>
                <a:ahLst/>
                <a:cxnLst/>
                <a:rect l="l" t="t" r="r" b="b"/>
                <a:pathLst>
                  <a:path w="27310" h="7804" fill="none" extrusionOk="0">
                    <a:moveTo>
                      <a:pt x="27310" y="410"/>
                    </a:moveTo>
                    <a:cubicBezTo>
                      <a:pt x="27310" y="410"/>
                      <a:pt x="15249" y="1"/>
                      <a:pt x="0" y="7803"/>
                    </a:cubicBezTo>
                  </a:path>
                </a:pathLst>
              </a:custGeom>
              <a:gradFill>
                <a:gsLst>
                  <a:gs pos="0">
                    <a:schemeClr val="dk2"/>
                  </a:gs>
                  <a:gs pos="100000">
                    <a:schemeClr val="lt1"/>
                  </a:gs>
                </a:gsLst>
                <a:lin ang="8099331" scaled="0"/>
              </a:gra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57"/>
              <p:cNvSpPr/>
              <p:nvPr/>
            </p:nvSpPr>
            <p:spPr>
              <a:xfrm>
                <a:off x="6037628" y="2848106"/>
                <a:ext cx="991502" cy="257417"/>
              </a:xfrm>
              <a:custGeom>
                <a:avLst/>
                <a:gdLst/>
                <a:ahLst/>
                <a:cxnLst/>
                <a:rect l="l" t="t" r="r" b="b"/>
                <a:pathLst>
                  <a:path w="27382" h="7109" fill="none" extrusionOk="0">
                    <a:moveTo>
                      <a:pt x="1" y="7108"/>
                    </a:moveTo>
                    <a:cubicBezTo>
                      <a:pt x="1" y="7108"/>
                      <a:pt x="10262" y="802"/>
                      <a:pt x="27382" y="0"/>
                    </a:cubicBezTo>
                  </a:path>
                </a:pathLst>
              </a:custGeom>
              <a:gradFill>
                <a:gsLst>
                  <a:gs pos="0">
                    <a:schemeClr val="dk2"/>
                  </a:gs>
                  <a:gs pos="100000">
                    <a:schemeClr val="lt1"/>
                  </a:gs>
                </a:gsLst>
                <a:lin ang="8099331" scaled="0"/>
              </a:gra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57"/>
              <p:cNvSpPr/>
              <p:nvPr/>
            </p:nvSpPr>
            <p:spPr>
              <a:xfrm>
                <a:off x="6042806" y="2892609"/>
                <a:ext cx="992118" cy="257417"/>
              </a:xfrm>
              <a:custGeom>
                <a:avLst/>
                <a:gdLst/>
                <a:ahLst/>
                <a:cxnLst/>
                <a:rect l="l" t="t" r="r" b="b"/>
                <a:pathLst>
                  <a:path w="27399" h="7109" fill="none" extrusionOk="0">
                    <a:moveTo>
                      <a:pt x="0" y="7108"/>
                    </a:moveTo>
                    <a:cubicBezTo>
                      <a:pt x="0" y="7108"/>
                      <a:pt x="10279" y="802"/>
                      <a:pt x="27399" y="0"/>
                    </a:cubicBezTo>
                  </a:path>
                </a:pathLst>
              </a:custGeom>
              <a:gradFill>
                <a:gsLst>
                  <a:gs pos="0">
                    <a:schemeClr val="dk2"/>
                  </a:gs>
                  <a:gs pos="100000">
                    <a:schemeClr val="lt1"/>
                  </a:gs>
                </a:gsLst>
                <a:lin ang="8099331" scaled="0"/>
              </a:gra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57"/>
              <p:cNvSpPr/>
              <p:nvPr/>
            </p:nvSpPr>
            <p:spPr>
              <a:xfrm>
                <a:off x="6047948" y="2939683"/>
                <a:ext cx="992154" cy="257417"/>
              </a:xfrm>
              <a:custGeom>
                <a:avLst/>
                <a:gdLst/>
                <a:ahLst/>
                <a:cxnLst/>
                <a:rect l="l" t="t" r="r" b="b"/>
                <a:pathLst>
                  <a:path w="27400" h="7109" fill="none" extrusionOk="0">
                    <a:moveTo>
                      <a:pt x="1" y="7109"/>
                    </a:moveTo>
                    <a:cubicBezTo>
                      <a:pt x="1" y="7109"/>
                      <a:pt x="10262" y="803"/>
                      <a:pt x="27399" y="1"/>
                    </a:cubicBezTo>
                  </a:path>
                </a:pathLst>
              </a:custGeom>
              <a:gradFill>
                <a:gsLst>
                  <a:gs pos="0">
                    <a:schemeClr val="dk2"/>
                  </a:gs>
                  <a:gs pos="100000">
                    <a:schemeClr val="lt1"/>
                  </a:gs>
                </a:gsLst>
                <a:lin ang="8099331" scaled="0"/>
              </a:gra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57"/>
              <p:cNvSpPr/>
              <p:nvPr/>
            </p:nvSpPr>
            <p:spPr>
              <a:xfrm>
                <a:off x="5997651" y="3070658"/>
                <a:ext cx="50984" cy="199336"/>
              </a:xfrm>
              <a:custGeom>
                <a:avLst/>
                <a:gdLst/>
                <a:ahLst/>
                <a:cxnLst/>
                <a:rect l="l" t="t" r="r" b="b"/>
                <a:pathLst>
                  <a:path w="1408" h="5505" fill="none" extrusionOk="0">
                    <a:moveTo>
                      <a:pt x="0" y="0"/>
                    </a:moveTo>
                    <a:lnTo>
                      <a:pt x="1408" y="5505"/>
                    </a:lnTo>
                  </a:path>
                </a:pathLst>
              </a:custGeom>
              <a:gradFill>
                <a:gsLst>
                  <a:gs pos="0">
                    <a:schemeClr val="dk2"/>
                  </a:gs>
                  <a:gs pos="100000">
                    <a:schemeClr val="lt1"/>
                  </a:gs>
                </a:gsLst>
                <a:lin ang="8099331" scaled="0"/>
              </a:grad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57"/>
              <p:cNvSpPr/>
              <p:nvPr/>
            </p:nvSpPr>
            <p:spPr>
              <a:xfrm>
                <a:off x="4693297" y="1840499"/>
                <a:ext cx="888304" cy="293518"/>
              </a:xfrm>
              <a:custGeom>
                <a:avLst/>
                <a:gdLst/>
                <a:ahLst/>
                <a:cxnLst/>
                <a:rect l="l" t="t" r="r" b="b"/>
                <a:pathLst>
                  <a:path w="24532" h="8106" fill="none" extrusionOk="0">
                    <a:moveTo>
                      <a:pt x="820" y="8106"/>
                    </a:moveTo>
                    <a:lnTo>
                      <a:pt x="1" y="6289"/>
                    </a:lnTo>
                    <a:cubicBezTo>
                      <a:pt x="10743" y="1443"/>
                      <a:pt x="19899" y="268"/>
                      <a:pt x="24407" y="0"/>
                    </a:cubicBezTo>
                    <a:lnTo>
                      <a:pt x="24531" y="2013"/>
                    </a:lnTo>
                    <a:cubicBezTo>
                      <a:pt x="20167" y="2263"/>
                      <a:pt x="11277" y="3403"/>
                      <a:pt x="820" y="8106"/>
                    </a:cubicBezTo>
                    <a:close/>
                  </a:path>
                </a:pathLst>
              </a:custGeom>
              <a:gradFill>
                <a:gsLst>
                  <a:gs pos="0">
                    <a:schemeClr val="dk2"/>
                  </a:gs>
                  <a:gs pos="100000">
                    <a:schemeClr val="lt1"/>
                  </a:gs>
                </a:gsLst>
                <a:lin ang="8099331" scaled="0"/>
              </a:grad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57"/>
              <p:cNvSpPr/>
              <p:nvPr/>
            </p:nvSpPr>
            <p:spPr>
              <a:xfrm>
                <a:off x="4741675" y="2028869"/>
                <a:ext cx="888304" cy="293518"/>
              </a:xfrm>
              <a:custGeom>
                <a:avLst/>
                <a:gdLst/>
                <a:ahLst/>
                <a:cxnLst/>
                <a:rect l="l" t="t" r="r" b="b"/>
                <a:pathLst>
                  <a:path w="24532" h="8106" fill="none" extrusionOk="0">
                    <a:moveTo>
                      <a:pt x="820" y="8106"/>
                    </a:moveTo>
                    <a:lnTo>
                      <a:pt x="1" y="6271"/>
                    </a:lnTo>
                    <a:cubicBezTo>
                      <a:pt x="10743" y="1443"/>
                      <a:pt x="19900" y="267"/>
                      <a:pt x="24407" y="0"/>
                    </a:cubicBezTo>
                    <a:lnTo>
                      <a:pt x="24531" y="1995"/>
                    </a:lnTo>
                    <a:cubicBezTo>
                      <a:pt x="20167" y="2263"/>
                      <a:pt x="11277" y="3403"/>
                      <a:pt x="820" y="8106"/>
                    </a:cubicBezTo>
                    <a:close/>
                  </a:path>
                </a:pathLst>
              </a:custGeom>
              <a:gradFill>
                <a:gsLst>
                  <a:gs pos="0">
                    <a:schemeClr val="dk2"/>
                  </a:gs>
                  <a:gs pos="100000">
                    <a:schemeClr val="lt1"/>
                  </a:gs>
                </a:gsLst>
                <a:lin ang="8099331" scaled="0"/>
              </a:grad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57"/>
              <p:cNvSpPr/>
              <p:nvPr/>
            </p:nvSpPr>
            <p:spPr>
              <a:xfrm>
                <a:off x="4798454" y="2216586"/>
                <a:ext cx="887652" cy="294170"/>
              </a:xfrm>
              <a:custGeom>
                <a:avLst/>
                <a:gdLst/>
                <a:ahLst/>
                <a:cxnLst/>
                <a:rect l="l" t="t" r="r" b="b"/>
                <a:pathLst>
                  <a:path w="24514" h="8124" fill="none" extrusionOk="0">
                    <a:moveTo>
                      <a:pt x="820" y="8123"/>
                    </a:moveTo>
                    <a:lnTo>
                      <a:pt x="1" y="6289"/>
                    </a:lnTo>
                    <a:cubicBezTo>
                      <a:pt x="10743" y="1461"/>
                      <a:pt x="19899" y="285"/>
                      <a:pt x="24388" y="0"/>
                    </a:cubicBezTo>
                    <a:lnTo>
                      <a:pt x="24513" y="2013"/>
                    </a:lnTo>
                    <a:cubicBezTo>
                      <a:pt x="20149" y="2280"/>
                      <a:pt x="11259" y="3420"/>
                      <a:pt x="820" y="8123"/>
                    </a:cubicBezTo>
                    <a:close/>
                  </a:path>
                </a:pathLst>
              </a:custGeom>
              <a:gradFill>
                <a:gsLst>
                  <a:gs pos="0">
                    <a:schemeClr val="dk2"/>
                  </a:gs>
                  <a:gs pos="100000">
                    <a:schemeClr val="lt1"/>
                  </a:gs>
                </a:gsLst>
                <a:lin ang="8099331" scaled="0"/>
              </a:grad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57"/>
              <p:cNvSpPr/>
              <p:nvPr/>
            </p:nvSpPr>
            <p:spPr>
              <a:xfrm>
                <a:off x="4849403" y="2413321"/>
                <a:ext cx="887652" cy="293518"/>
              </a:xfrm>
              <a:custGeom>
                <a:avLst/>
                <a:gdLst/>
                <a:ahLst/>
                <a:cxnLst/>
                <a:rect l="l" t="t" r="r" b="b"/>
                <a:pathLst>
                  <a:path w="24514" h="8106" fill="none" extrusionOk="0">
                    <a:moveTo>
                      <a:pt x="820" y="8106"/>
                    </a:moveTo>
                    <a:lnTo>
                      <a:pt x="1" y="6271"/>
                    </a:lnTo>
                    <a:cubicBezTo>
                      <a:pt x="10743" y="1443"/>
                      <a:pt x="19900" y="268"/>
                      <a:pt x="24389" y="0"/>
                    </a:cubicBezTo>
                    <a:lnTo>
                      <a:pt x="24513" y="1996"/>
                    </a:lnTo>
                    <a:cubicBezTo>
                      <a:pt x="20149" y="2263"/>
                      <a:pt x="11277" y="3403"/>
                      <a:pt x="820" y="8106"/>
                    </a:cubicBezTo>
                    <a:close/>
                  </a:path>
                </a:pathLst>
              </a:custGeom>
              <a:gradFill>
                <a:gsLst>
                  <a:gs pos="0">
                    <a:schemeClr val="dk2"/>
                  </a:gs>
                  <a:gs pos="100000">
                    <a:schemeClr val="lt1"/>
                  </a:gs>
                </a:gsLst>
                <a:lin ang="8099331" scaled="0"/>
              </a:grad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57"/>
              <p:cNvSpPr/>
              <p:nvPr/>
            </p:nvSpPr>
            <p:spPr>
              <a:xfrm>
                <a:off x="4895209" y="2609439"/>
                <a:ext cx="887652" cy="293518"/>
              </a:xfrm>
              <a:custGeom>
                <a:avLst/>
                <a:gdLst/>
                <a:ahLst/>
                <a:cxnLst/>
                <a:rect l="l" t="t" r="r" b="b"/>
                <a:pathLst>
                  <a:path w="24514" h="8106" fill="none" extrusionOk="0">
                    <a:moveTo>
                      <a:pt x="820" y="8106"/>
                    </a:moveTo>
                    <a:lnTo>
                      <a:pt x="1" y="6271"/>
                    </a:lnTo>
                    <a:cubicBezTo>
                      <a:pt x="10743" y="1443"/>
                      <a:pt x="19899" y="267"/>
                      <a:pt x="24389" y="0"/>
                    </a:cubicBezTo>
                    <a:lnTo>
                      <a:pt x="24513" y="1995"/>
                    </a:lnTo>
                    <a:cubicBezTo>
                      <a:pt x="20149" y="2262"/>
                      <a:pt x="11259" y="3403"/>
                      <a:pt x="820" y="8106"/>
                    </a:cubicBezTo>
                    <a:close/>
                  </a:path>
                </a:pathLst>
              </a:custGeom>
              <a:gradFill>
                <a:gsLst>
                  <a:gs pos="0">
                    <a:schemeClr val="dk2"/>
                  </a:gs>
                  <a:gs pos="100000">
                    <a:schemeClr val="lt1"/>
                  </a:gs>
                </a:gsLst>
                <a:lin ang="8099331" scaled="0"/>
              </a:grad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57"/>
              <p:cNvSpPr/>
              <p:nvPr/>
            </p:nvSpPr>
            <p:spPr>
              <a:xfrm>
                <a:off x="5775099" y="1589557"/>
                <a:ext cx="888919" cy="289680"/>
              </a:xfrm>
              <a:custGeom>
                <a:avLst/>
                <a:gdLst/>
                <a:ahLst/>
                <a:cxnLst/>
                <a:rect l="l" t="t" r="r" b="b"/>
                <a:pathLst>
                  <a:path w="24549" h="8000" fill="none" extrusionOk="0">
                    <a:moveTo>
                      <a:pt x="802" y="7999"/>
                    </a:moveTo>
                    <a:lnTo>
                      <a:pt x="1" y="6164"/>
                    </a:lnTo>
                    <a:cubicBezTo>
                      <a:pt x="10760" y="1390"/>
                      <a:pt x="19935" y="250"/>
                      <a:pt x="24424" y="1"/>
                    </a:cubicBezTo>
                    <a:lnTo>
                      <a:pt x="24549" y="2014"/>
                    </a:lnTo>
                    <a:cubicBezTo>
                      <a:pt x="20184" y="2245"/>
                      <a:pt x="11295" y="3350"/>
                      <a:pt x="802" y="7999"/>
                    </a:cubicBezTo>
                    <a:close/>
                  </a:path>
                </a:pathLst>
              </a:custGeom>
              <a:gradFill>
                <a:gsLst>
                  <a:gs pos="0">
                    <a:schemeClr val="dk2"/>
                  </a:gs>
                  <a:gs pos="100000">
                    <a:schemeClr val="lt1"/>
                  </a:gs>
                </a:gsLst>
                <a:lin ang="8099331" scaled="0"/>
              </a:grad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57"/>
              <p:cNvSpPr/>
              <p:nvPr/>
            </p:nvSpPr>
            <p:spPr>
              <a:xfrm>
                <a:off x="5822173" y="1778579"/>
                <a:ext cx="888956" cy="288992"/>
              </a:xfrm>
              <a:custGeom>
                <a:avLst/>
                <a:gdLst/>
                <a:ahLst/>
                <a:cxnLst/>
                <a:rect l="l" t="t" r="r" b="b"/>
                <a:pathLst>
                  <a:path w="24550" h="7981" fill="none" extrusionOk="0">
                    <a:moveTo>
                      <a:pt x="820" y="7981"/>
                    </a:moveTo>
                    <a:lnTo>
                      <a:pt x="1" y="6146"/>
                    </a:lnTo>
                    <a:cubicBezTo>
                      <a:pt x="10779" y="1372"/>
                      <a:pt x="19935" y="232"/>
                      <a:pt x="24442" y="0"/>
                    </a:cubicBezTo>
                    <a:lnTo>
                      <a:pt x="24549" y="1995"/>
                    </a:lnTo>
                    <a:cubicBezTo>
                      <a:pt x="20185" y="2227"/>
                      <a:pt x="11295" y="3331"/>
                      <a:pt x="820" y="7981"/>
                    </a:cubicBezTo>
                    <a:close/>
                  </a:path>
                </a:pathLst>
              </a:custGeom>
              <a:gradFill>
                <a:gsLst>
                  <a:gs pos="0">
                    <a:schemeClr val="dk2"/>
                  </a:gs>
                  <a:gs pos="100000">
                    <a:schemeClr val="lt1"/>
                  </a:gs>
                </a:gsLst>
                <a:lin ang="8099331" scaled="0"/>
              </a:grad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57"/>
              <p:cNvSpPr/>
              <p:nvPr/>
            </p:nvSpPr>
            <p:spPr>
              <a:xfrm>
                <a:off x="5877648" y="1966912"/>
                <a:ext cx="888955" cy="289028"/>
              </a:xfrm>
              <a:custGeom>
                <a:avLst/>
                <a:gdLst/>
                <a:ahLst/>
                <a:cxnLst/>
                <a:rect l="l" t="t" r="r" b="b"/>
                <a:pathLst>
                  <a:path w="24550" h="7982" fill="none" extrusionOk="0">
                    <a:moveTo>
                      <a:pt x="820" y="7982"/>
                    </a:moveTo>
                    <a:lnTo>
                      <a:pt x="1" y="6147"/>
                    </a:lnTo>
                    <a:cubicBezTo>
                      <a:pt x="10779" y="1373"/>
                      <a:pt x="19935" y="250"/>
                      <a:pt x="24442" y="1"/>
                    </a:cubicBezTo>
                    <a:lnTo>
                      <a:pt x="24549" y="1996"/>
                    </a:lnTo>
                    <a:cubicBezTo>
                      <a:pt x="20185" y="2246"/>
                      <a:pt x="11277" y="3332"/>
                      <a:pt x="820" y="7982"/>
                    </a:cubicBezTo>
                    <a:close/>
                  </a:path>
                </a:pathLst>
              </a:custGeom>
              <a:gradFill>
                <a:gsLst>
                  <a:gs pos="0">
                    <a:schemeClr val="dk2"/>
                  </a:gs>
                  <a:gs pos="100000">
                    <a:schemeClr val="lt1"/>
                  </a:gs>
                </a:gsLst>
                <a:lin ang="8099331" scaled="0"/>
              </a:grad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9" name="Google Shape;1659;p57"/>
            <p:cNvGrpSpPr/>
            <p:nvPr/>
          </p:nvGrpSpPr>
          <p:grpSpPr>
            <a:xfrm flipH="1">
              <a:off x="706040" y="2032134"/>
              <a:ext cx="1068760" cy="1547196"/>
              <a:chOff x="-1602050" y="2114015"/>
              <a:chExt cx="1213397" cy="1756580"/>
            </a:xfrm>
          </p:grpSpPr>
          <p:sp>
            <p:nvSpPr>
              <p:cNvPr id="1660" name="Google Shape;1660;p57"/>
              <p:cNvSpPr/>
              <p:nvPr/>
            </p:nvSpPr>
            <p:spPr>
              <a:xfrm>
                <a:off x="-1558850" y="2221743"/>
                <a:ext cx="1102450" cy="1102450"/>
              </a:xfrm>
              <a:custGeom>
                <a:avLst/>
                <a:gdLst/>
                <a:ahLst/>
                <a:cxnLst/>
                <a:rect l="l" t="t" r="r" b="b"/>
                <a:pathLst>
                  <a:path w="30446" h="30446" extrusionOk="0">
                    <a:moveTo>
                      <a:pt x="26455" y="7981"/>
                    </a:moveTo>
                    <a:cubicBezTo>
                      <a:pt x="30446" y="14199"/>
                      <a:pt x="28664" y="22465"/>
                      <a:pt x="22465" y="26455"/>
                    </a:cubicBezTo>
                    <a:cubicBezTo>
                      <a:pt x="16247" y="30445"/>
                      <a:pt x="7982" y="28646"/>
                      <a:pt x="3991" y="22447"/>
                    </a:cubicBezTo>
                    <a:cubicBezTo>
                      <a:pt x="1" y="16247"/>
                      <a:pt x="1800" y="7981"/>
                      <a:pt x="7999" y="3991"/>
                    </a:cubicBezTo>
                    <a:cubicBezTo>
                      <a:pt x="14199" y="1"/>
                      <a:pt x="22465" y="1782"/>
                      <a:pt x="26455" y="7981"/>
                    </a:cubicBezTo>
                    <a:close/>
                  </a:path>
                </a:pathLst>
              </a:custGeom>
              <a:gradFill>
                <a:gsLst>
                  <a:gs pos="0">
                    <a:schemeClr val="dk2"/>
                  </a:gs>
                  <a:gs pos="100000">
                    <a:schemeClr val="lt1"/>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57"/>
              <p:cNvSpPr/>
              <p:nvPr/>
            </p:nvSpPr>
            <p:spPr>
              <a:xfrm>
                <a:off x="-805409" y="3226126"/>
                <a:ext cx="163235" cy="217405"/>
              </a:xfrm>
              <a:custGeom>
                <a:avLst/>
                <a:gdLst/>
                <a:ahLst/>
                <a:cxnLst/>
                <a:rect l="l" t="t" r="r" b="b"/>
                <a:pathLst>
                  <a:path w="4508" h="6004" extrusionOk="0">
                    <a:moveTo>
                      <a:pt x="1" y="1016"/>
                    </a:moveTo>
                    <a:lnTo>
                      <a:pt x="2050" y="1"/>
                    </a:lnTo>
                    <a:lnTo>
                      <a:pt x="4508" y="5006"/>
                    </a:lnTo>
                    <a:lnTo>
                      <a:pt x="2477" y="6004"/>
                    </a:ln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57"/>
              <p:cNvSpPr/>
              <p:nvPr/>
            </p:nvSpPr>
            <p:spPr>
              <a:xfrm>
                <a:off x="-780243" y="3350619"/>
                <a:ext cx="382559" cy="519976"/>
              </a:xfrm>
              <a:custGeom>
                <a:avLst/>
                <a:gdLst/>
                <a:ahLst/>
                <a:cxnLst/>
                <a:rect l="l" t="t" r="r" b="b"/>
                <a:pathLst>
                  <a:path w="10565" h="14360" extrusionOk="0">
                    <a:moveTo>
                      <a:pt x="1426" y="1266"/>
                    </a:moveTo>
                    <a:lnTo>
                      <a:pt x="2994" y="500"/>
                    </a:lnTo>
                    <a:cubicBezTo>
                      <a:pt x="3973" y="1"/>
                      <a:pt x="5185" y="410"/>
                      <a:pt x="5666" y="1408"/>
                    </a:cubicBezTo>
                    <a:lnTo>
                      <a:pt x="9977" y="10119"/>
                    </a:lnTo>
                    <a:cubicBezTo>
                      <a:pt x="10565" y="11313"/>
                      <a:pt x="10084" y="12774"/>
                      <a:pt x="8872" y="13361"/>
                    </a:cubicBezTo>
                    <a:lnTo>
                      <a:pt x="8053" y="13771"/>
                    </a:lnTo>
                    <a:cubicBezTo>
                      <a:pt x="6859" y="14359"/>
                      <a:pt x="5398" y="13878"/>
                      <a:pt x="4811" y="12667"/>
                    </a:cubicBezTo>
                    <a:lnTo>
                      <a:pt x="500" y="3956"/>
                    </a:lnTo>
                    <a:cubicBezTo>
                      <a:pt x="1" y="2958"/>
                      <a:pt x="410" y="1747"/>
                      <a:pt x="1426" y="1266"/>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57"/>
              <p:cNvSpPr/>
              <p:nvPr/>
            </p:nvSpPr>
            <p:spPr>
              <a:xfrm>
                <a:off x="-1602050" y="2114015"/>
                <a:ext cx="1213397" cy="1281762"/>
              </a:xfrm>
              <a:custGeom>
                <a:avLst/>
                <a:gdLst/>
                <a:ahLst/>
                <a:cxnLst/>
                <a:rect l="l" t="t" r="r" b="b"/>
                <a:pathLst>
                  <a:path w="33510" h="35398" extrusionOk="0">
                    <a:moveTo>
                      <a:pt x="9282" y="3902"/>
                    </a:moveTo>
                    <a:cubicBezTo>
                      <a:pt x="3492" y="6770"/>
                      <a:pt x="0" y="12827"/>
                      <a:pt x="428" y="19258"/>
                    </a:cubicBezTo>
                    <a:cubicBezTo>
                      <a:pt x="855" y="25707"/>
                      <a:pt x="5113" y="31247"/>
                      <a:pt x="11223" y="33331"/>
                    </a:cubicBezTo>
                    <a:cubicBezTo>
                      <a:pt x="17334" y="35398"/>
                      <a:pt x="24103" y="33581"/>
                      <a:pt x="28343" y="28735"/>
                    </a:cubicBezTo>
                    <a:cubicBezTo>
                      <a:pt x="32600" y="23872"/>
                      <a:pt x="33509" y="16942"/>
                      <a:pt x="30659" y="11152"/>
                    </a:cubicBezTo>
                    <a:cubicBezTo>
                      <a:pt x="26757" y="3243"/>
                      <a:pt x="17191" y="1"/>
                      <a:pt x="9282" y="3902"/>
                    </a:cubicBezTo>
                    <a:close/>
                    <a:moveTo>
                      <a:pt x="21467" y="28593"/>
                    </a:moveTo>
                    <a:cubicBezTo>
                      <a:pt x="17262" y="30677"/>
                      <a:pt x="12221" y="30018"/>
                      <a:pt x="8711" y="26918"/>
                    </a:cubicBezTo>
                    <a:cubicBezTo>
                      <a:pt x="5184" y="23836"/>
                      <a:pt x="3866" y="18937"/>
                      <a:pt x="5380" y="14502"/>
                    </a:cubicBezTo>
                    <a:cubicBezTo>
                      <a:pt x="6877" y="10066"/>
                      <a:pt x="10903" y="6966"/>
                      <a:pt x="15570" y="6663"/>
                    </a:cubicBezTo>
                    <a:cubicBezTo>
                      <a:pt x="20255" y="6360"/>
                      <a:pt x="24655" y="8890"/>
                      <a:pt x="26722" y="13094"/>
                    </a:cubicBezTo>
                    <a:cubicBezTo>
                      <a:pt x="29554" y="18830"/>
                      <a:pt x="27203" y="25760"/>
                      <a:pt x="21467" y="28593"/>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57"/>
              <p:cNvSpPr/>
              <p:nvPr/>
            </p:nvSpPr>
            <p:spPr>
              <a:xfrm>
                <a:off x="-1131163" y="2548148"/>
                <a:ext cx="221316" cy="221279"/>
              </a:xfrm>
              <a:custGeom>
                <a:avLst/>
                <a:gdLst/>
                <a:ahLst/>
                <a:cxnLst/>
                <a:rect l="l" t="t" r="r" b="b"/>
                <a:pathLst>
                  <a:path w="6112" h="6111" fill="none" extrusionOk="0">
                    <a:moveTo>
                      <a:pt x="3047" y="6111"/>
                    </a:moveTo>
                    <a:lnTo>
                      <a:pt x="3047" y="6111"/>
                    </a:lnTo>
                    <a:cubicBezTo>
                      <a:pt x="1372" y="6093"/>
                      <a:pt x="1" y="4739"/>
                      <a:pt x="1" y="3047"/>
                    </a:cubicBezTo>
                    <a:lnTo>
                      <a:pt x="1" y="3047"/>
                    </a:lnTo>
                    <a:cubicBezTo>
                      <a:pt x="1" y="1372"/>
                      <a:pt x="1372" y="1"/>
                      <a:pt x="3047" y="1"/>
                    </a:cubicBezTo>
                    <a:lnTo>
                      <a:pt x="3047" y="1"/>
                    </a:lnTo>
                    <a:cubicBezTo>
                      <a:pt x="4739" y="1"/>
                      <a:pt x="6093" y="1372"/>
                      <a:pt x="6111" y="3047"/>
                    </a:cubicBezTo>
                    <a:lnTo>
                      <a:pt x="6111" y="3047"/>
                    </a:lnTo>
                    <a:cubicBezTo>
                      <a:pt x="6093" y="4739"/>
                      <a:pt x="4739" y="6093"/>
                      <a:pt x="3047" y="611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57"/>
              <p:cNvSpPr/>
              <p:nvPr/>
            </p:nvSpPr>
            <p:spPr>
              <a:xfrm>
                <a:off x="-1259531" y="2811981"/>
                <a:ext cx="476741" cy="120036"/>
              </a:xfrm>
              <a:custGeom>
                <a:avLst/>
                <a:gdLst/>
                <a:ahLst/>
                <a:cxnLst/>
                <a:rect l="l" t="t" r="r" b="b"/>
                <a:pathLst>
                  <a:path w="13166" h="3315" fill="none" extrusionOk="0">
                    <a:moveTo>
                      <a:pt x="13165" y="3314"/>
                    </a:moveTo>
                    <a:cubicBezTo>
                      <a:pt x="13165" y="1479"/>
                      <a:pt x="11687" y="1"/>
                      <a:pt x="9870" y="1"/>
                    </a:cubicBezTo>
                    <a:lnTo>
                      <a:pt x="3314" y="1"/>
                    </a:lnTo>
                    <a:cubicBezTo>
                      <a:pt x="1497" y="1"/>
                      <a:pt x="18" y="1479"/>
                      <a:pt x="1" y="3314"/>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6" name="Google Shape;1666;p57"/>
            <p:cNvGrpSpPr/>
            <p:nvPr/>
          </p:nvGrpSpPr>
          <p:grpSpPr>
            <a:xfrm>
              <a:off x="2983957" y="1809058"/>
              <a:ext cx="589240" cy="1525612"/>
              <a:chOff x="1236331" y="557100"/>
              <a:chExt cx="668982" cy="1732076"/>
            </a:xfrm>
          </p:grpSpPr>
          <p:sp>
            <p:nvSpPr>
              <p:cNvPr id="1667" name="Google Shape;1667;p57"/>
              <p:cNvSpPr/>
              <p:nvPr/>
            </p:nvSpPr>
            <p:spPr>
              <a:xfrm>
                <a:off x="1266024" y="562278"/>
                <a:ext cx="619915" cy="1620397"/>
              </a:xfrm>
              <a:custGeom>
                <a:avLst/>
                <a:gdLst/>
                <a:ahLst/>
                <a:cxnLst/>
                <a:rect l="l" t="t" r="r" b="b"/>
                <a:pathLst>
                  <a:path w="17120" h="44750" extrusionOk="0">
                    <a:moveTo>
                      <a:pt x="16585" y="1764"/>
                    </a:moveTo>
                    <a:cubicBezTo>
                      <a:pt x="17120" y="1336"/>
                      <a:pt x="16959" y="464"/>
                      <a:pt x="16300" y="232"/>
                    </a:cubicBezTo>
                    <a:cubicBezTo>
                      <a:pt x="15659" y="0"/>
                      <a:pt x="15000" y="588"/>
                      <a:pt x="15142" y="1265"/>
                    </a:cubicBezTo>
                    <a:lnTo>
                      <a:pt x="0" y="44233"/>
                    </a:lnTo>
                    <a:lnTo>
                      <a:pt x="1425" y="44750"/>
                    </a:lnTo>
                    <a:close/>
                  </a:path>
                </a:pathLst>
              </a:custGeom>
              <a:gradFill>
                <a:gsLst>
                  <a:gs pos="0">
                    <a:schemeClr val="accent1"/>
                  </a:gs>
                  <a:gs pos="100000">
                    <a:schemeClr val="lt2"/>
                  </a:gs>
                </a:gsLst>
                <a:lin ang="5400700" scaled="0"/>
              </a:gra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57"/>
              <p:cNvSpPr/>
              <p:nvPr/>
            </p:nvSpPr>
            <p:spPr>
              <a:xfrm>
                <a:off x="1236331" y="557100"/>
                <a:ext cx="610899" cy="1599794"/>
              </a:xfrm>
              <a:custGeom>
                <a:avLst/>
                <a:gdLst/>
                <a:ahLst/>
                <a:cxnLst/>
                <a:rect l="l" t="t" r="r" b="b"/>
                <a:pathLst>
                  <a:path w="16871" h="44181" extrusionOk="0">
                    <a:moveTo>
                      <a:pt x="15339" y="1177"/>
                    </a:moveTo>
                    <a:cubicBezTo>
                      <a:pt x="15570" y="535"/>
                      <a:pt x="16176" y="90"/>
                      <a:pt x="16871" y="90"/>
                    </a:cubicBezTo>
                    <a:lnTo>
                      <a:pt x="16800" y="36"/>
                    </a:lnTo>
                    <a:cubicBezTo>
                      <a:pt x="16069" y="1"/>
                      <a:pt x="15410" y="428"/>
                      <a:pt x="15161" y="1123"/>
                    </a:cubicBezTo>
                    <a:lnTo>
                      <a:pt x="1" y="44145"/>
                    </a:lnTo>
                    <a:lnTo>
                      <a:pt x="179" y="44180"/>
                    </a:lnTo>
                    <a:close/>
                  </a:path>
                </a:pathLst>
              </a:custGeom>
              <a:gradFill>
                <a:gsLst>
                  <a:gs pos="0">
                    <a:schemeClr val="accent1"/>
                  </a:gs>
                  <a:gs pos="100000">
                    <a:schemeClr val="lt2"/>
                  </a:gs>
                </a:gsLst>
                <a:lin ang="5400700" scaled="0"/>
              </a:gra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57"/>
              <p:cNvSpPr/>
              <p:nvPr/>
            </p:nvSpPr>
            <p:spPr>
              <a:xfrm>
                <a:off x="1340184" y="568724"/>
                <a:ext cx="565129" cy="1624924"/>
              </a:xfrm>
              <a:custGeom>
                <a:avLst/>
                <a:gdLst/>
                <a:ahLst/>
                <a:cxnLst/>
                <a:rect l="l" t="t" r="r" b="b"/>
                <a:pathLst>
                  <a:path w="15607" h="44875" extrusionOk="0">
                    <a:moveTo>
                      <a:pt x="15143" y="1818"/>
                    </a:moveTo>
                    <a:lnTo>
                      <a:pt x="1" y="44786"/>
                    </a:lnTo>
                    <a:cubicBezTo>
                      <a:pt x="72" y="44821"/>
                      <a:pt x="143" y="44839"/>
                      <a:pt x="215" y="44875"/>
                    </a:cubicBezTo>
                    <a:lnTo>
                      <a:pt x="15357" y="1871"/>
                    </a:lnTo>
                    <a:cubicBezTo>
                      <a:pt x="15606" y="1176"/>
                      <a:pt x="15339" y="410"/>
                      <a:pt x="14733" y="1"/>
                    </a:cubicBezTo>
                    <a:lnTo>
                      <a:pt x="14626" y="1"/>
                    </a:lnTo>
                    <a:cubicBezTo>
                      <a:pt x="15161" y="428"/>
                      <a:pt x="15375" y="1158"/>
                      <a:pt x="15143" y="1818"/>
                    </a:cubicBezTo>
                    <a:close/>
                  </a:path>
                </a:pathLst>
              </a:custGeom>
              <a:gradFill>
                <a:gsLst>
                  <a:gs pos="0">
                    <a:schemeClr val="accent1"/>
                  </a:gs>
                  <a:gs pos="100000">
                    <a:schemeClr val="lt2"/>
                  </a:gs>
                </a:gsLst>
                <a:lin ang="5400700" scaled="0"/>
              </a:gra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57"/>
              <p:cNvSpPr/>
              <p:nvPr/>
            </p:nvSpPr>
            <p:spPr>
              <a:xfrm>
                <a:off x="1318276" y="568724"/>
                <a:ext cx="579288" cy="1621701"/>
              </a:xfrm>
              <a:custGeom>
                <a:avLst/>
                <a:gdLst/>
                <a:ahLst/>
                <a:cxnLst/>
                <a:rect l="l" t="t" r="r" b="b"/>
                <a:pathLst>
                  <a:path w="15998" h="44786" extrusionOk="0">
                    <a:moveTo>
                      <a:pt x="15142" y="1586"/>
                    </a:moveTo>
                    <a:lnTo>
                      <a:pt x="0" y="44572"/>
                    </a:lnTo>
                    <a:lnTo>
                      <a:pt x="606" y="44786"/>
                    </a:lnTo>
                    <a:lnTo>
                      <a:pt x="624" y="44786"/>
                    </a:lnTo>
                    <a:lnTo>
                      <a:pt x="15766" y="1818"/>
                    </a:lnTo>
                    <a:cubicBezTo>
                      <a:pt x="15997" y="1158"/>
                      <a:pt x="15784" y="428"/>
                      <a:pt x="15249" y="1"/>
                    </a:cubicBezTo>
                    <a:cubicBezTo>
                      <a:pt x="15124" y="1"/>
                      <a:pt x="15000" y="18"/>
                      <a:pt x="14875" y="36"/>
                    </a:cubicBezTo>
                    <a:cubicBezTo>
                      <a:pt x="15214" y="482"/>
                      <a:pt x="15320" y="1069"/>
                      <a:pt x="15142" y="1586"/>
                    </a:cubicBezTo>
                    <a:close/>
                  </a:path>
                </a:pathLst>
              </a:custGeom>
              <a:gradFill>
                <a:gsLst>
                  <a:gs pos="0">
                    <a:schemeClr val="accent1"/>
                  </a:gs>
                  <a:gs pos="100000">
                    <a:schemeClr val="lt2"/>
                  </a:gs>
                </a:gsLst>
                <a:lin ang="5400700" scaled="0"/>
              </a:gra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57"/>
              <p:cNvSpPr/>
              <p:nvPr/>
            </p:nvSpPr>
            <p:spPr>
              <a:xfrm>
                <a:off x="1242776" y="560975"/>
                <a:ext cx="614158" cy="1603668"/>
              </a:xfrm>
              <a:custGeom>
                <a:avLst/>
                <a:gdLst/>
                <a:ahLst/>
                <a:cxnLst/>
                <a:rect l="l" t="t" r="r" b="b"/>
                <a:pathLst>
                  <a:path w="16961" h="44288" extrusionOk="0">
                    <a:moveTo>
                      <a:pt x="642" y="44287"/>
                    </a:moveTo>
                    <a:lnTo>
                      <a:pt x="15784" y="1301"/>
                    </a:lnTo>
                    <a:cubicBezTo>
                      <a:pt x="15962" y="785"/>
                      <a:pt x="16408" y="375"/>
                      <a:pt x="16960" y="268"/>
                    </a:cubicBezTo>
                    <a:cubicBezTo>
                      <a:pt x="16871" y="161"/>
                      <a:pt x="16782" y="72"/>
                      <a:pt x="16693" y="1"/>
                    </a:cubicBezTo>
                    <a:cubicBezTo>
                      <a:pt x="15998" y="1"/>
                      <a:pt x="15375" y="428"/>
                      <a:pt x="15143" y="1087"/>
                    </a:cubicBezTo>
                    <a:lnTo>
                      <a:pt x="1" y="44073"/>
                    </a:lnTo>
                    <a:lnTo>
                      <a:pt x="161" y="44127"/>
                    </a:lnTo>
                    <a:close/>
                  </a:path>
                </a:pathLst>
              </a:custGeom>
              <a:gradFill>
                <a:gsLst>
                  <a:gs pos="0">
                    <a:schemeClr val="accent1"/>
                  </a:gs>
                  <a:gs pos="100000">
                    <a:schemeClr val="lt2"/>
                  </a:gs>
                </a:gsLst>
                <a:lin ang="5400700" scaled="0"/>
              </a:gra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57"/>
              <p:cNvSpPr/>
              <p:nvPr/>
            </p:nvSpPr>
            <p:spPr>
              <a:xfrm>
                <a:off x="1844638" y="558404"/>
                <a:ext cx="29728" cy="11660"/>
              </a:xfrm>
              <a:custGeom>
                <a:avLst/>
                <a:gdLst/>
                <a:ahLst/>
                <a:cxnLst/>
                <a:rect l="l" t="t" r="r" b="b"/>
                <a:pathLst>
                  <a:path w="821" h="322" extrusionOk="0">
                    <a:moveTo>
                      <a:pt x="535" y="125"/>
                    </a:moveTo>
                    <a:lnTo>
                      <a:pt x="446" y="90"/>
                    </a:lnTo>
                    <a:cubicBezTo>
                      <a:pt x="410" y="72"/>
                      <a:pt x="375" y="72"/>
                      <a:pt x="339" y="54"/>
                    </a:cubicBezTo>
                    <a:cubicBezTo>
                      <a:pt x="232" y="18"/>
                      <a:pt x="107" y="0"/>
                      <a:pt x="1" y="0"/>
                    </a:cubicBezTo>
                    <a:lnTo>
                      <a:pt x="72" y="54"/>
                    </a:lnTo>
                    <a:cubicBezTo>
                      <a:pt x="179" y="143"/>
                      <a:pt x="268" y="232"/>
                      <a:pt x="339" y="321"/>
                    </a:cubicBezTo>
                    <a:cubicBezTo>
                      <a:pt x="464" y="303"/>
                      <a:pt x="588" y="286"/>
                      <a:pt x="713" y="286"/>
                    </a:cubicBezTo>
                    <a:lnTo>
                      <a:pt x="820" y="286"/>
                    </a:lnTo>
                    <a:cubicBezTo>
                      <a:pt x="731" y="214"/>
                      <a:pt x="624" y="161"/>
                      <a:pt x="535" y="125"/>
                    </a:cubicBezTo>
                    <a:close/>
                  </a:path>
                </a:pathLst>
              </a:custGeom>
              <a:gradFill>
                <a:gsLst>
                  <a:gs pos="0">
                    <a:schemeClr val="accent1"/>
                  </a:gs>
                  <a:gs pos="100000">
                    <a:schemeClr val="lt2"/>
                  </a:gs>
                </a:gsLst>
                <a:lin ang="5400700" scaled="0"/>
              </a:gra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57"/>
              <p:cNvSpPr/>
              <p:nvPr/>
            </p:nvSpPr>
            <p:spPr>
              <a:xfrm>
                <a:off x="1240857" y="2162042"/>
                <a:ext cx="97441" cy="127133"/>
              </a:xfrm>
              <a:custGeom>
                <a:avLst/>
                <a:gdLst/>
                <a:ahLst/>
                <a:cxnLst/>
                <a:rect l="l" t="t" r="r" b="b"/>
                <a:pathLst>
                  <a:path w="2691" h="3511" extrusionOk="0">
                    <a:moveTo>
                      <a:pt x="2690" y="981"/>
                    </a:moveTo>
                    <a:cubicBezTo>
                      <a:pt x="2690" y="945"/>
                      <a:pt x="2655" y="927"/>
                      <a:pt x="2637" y="909"/>
                    </a:cubicBezTo>
                    <a:lnTo>
                      <a:pt x="125" y="19"/>
                    </a:lnTo>
                    <a:cubicBezTo>
                      <a:pt x="89" y="1"/>
                      <a:pt x="54" y="19"/>
                      <a:pt x="36" y="37"/>
                    </a:cubicBezTo>
                    <a:cubicBezTo>
                      <a:pt x="18" y="54"/>
                      <a:pt x="0" y="72"/>
                      <a:pt x="0" y="108"/>
                    </a:cubicBezTo>
                    <a:lnTo>
                      <a:pt x="250" y="3421"/>
                    </a:lnTo>
                    <a:cubicBezTo>
                      <a:pt x="250" y="3457"/>
                      <a:pt x="268" y="3493"/>
                      <a:pt x="303" y="3510"/>
                    </a:cubicBezTo>
                    <a:cubicBezTo>
                      <a:pt x="339" y="3510"/>
                      <a:pt x="374" y="3510"/>
                      <a:pt x="392" y="3475"/>
                    </a:cubicBezTo>
                    <a:lnTo>
                      <a:pt x="2673" y="1052"/>
                    </a:lnTo>
                    <a:cubicBezTo>
                      <a:pt x="2690" y="1034"/>
                      <a:pt x="2690" y="999"/>
                      <a:pt x="2690" y="981"/>
                    </a:cubicBezTo>
                    <a:close/>
                  </a:path>
                </a:pathLst>
              </a:custGeom>
              <a:gradFill>
                <a:gsLst>
                  <a:gs pos="0">
                    <a:schemeClr val="accent1"/>
                  </a:gs>
                  <a:gs pos="100000">
                    <a:schemeClr val="lt2"/>
                  </a:gs>
                </a:gsLst>
                <a:lin ang="5400700" scaled="0"/>
              </a:gra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57"/>
              <p:cNvSpPr/>
              <p:nvPr/>
            </p:nvSpPr>
            <p:spPr>
              <a:xfrm>
                <a:off x="1236331" y="2151722"/>
                <a:ext cx="112287" cy="119384"/>
              </a:xfrm>
              <a:custGeom>
                <a:avLst/>
                <a:gdLst/>
                <a:ahLst/>
                <a:cxnLst/>
                <a:rect l="l" t="t" r="r" b="b"/>
                <a:pathLst>
                  <a:path w="3101" h="3297" extrusionOk="0">
                    <a:moveTo>
                      <a:pt x="3100" y="1105"/>
                    </a:moveTo>
                    <a:cubicBezTo>
                      <a:pt x="3083" y="1070"/>
                      <a:pt x="3065" y="1034"/>
                      <a:pt x="3029" y="1034"/>
                    </a:cubicBezTo>
                    <a:lnTo>
                      <a:pt x="125" y="1"/>
                    </a:lnTo>
                    <a:cubicBezTo>
                      <a:pt x="90" y="1"/>
                      <a:pt x="54" y="1"/>
                      <a:pt x="36" y="19"/>
                    </a:cubicBezTo>
                    <a:cubicBezTo>
                      <a:pt x="1" y="37"/>
                      <a:pt x="1" y="72"/>
                      <a:pt x="1" y="108"/>
                    </a:cubicBezTo>
                    <a:lnTo>
                      <a:pt x="214" y="2994"/>
                    </a:lnTo>
                    <a:lnTo>
                      <a:pt x="1105" y="3297"/>
                    </a:lnTo>
                    <a:lnTo>
                      <a:pt x="3083" y="1194"/>
                    </a:lnTo>
                    <a:cubicBezTo>
                      <a:pt x="3100" y="1177"/>
                      <a:pt x="3100" y="1141"/>
                      <a:pt x="3100" y="1105"/>
                    </a:cubicBezTo>
                    <a:close/>
                  </a:path>
                </a:pathLst>
              </a:custGeom>
              <a:gradFill>
                <a:gsLst>
                  <a:gs pos="0">
                    <a:schemeClr val="accent1"/>
                  </a:gs>
                  <a:gs pos="100000">
                    <a:schemeClr val="lt2"/>
                  </a:gs>
                </a:gsLst>
                <a:lin ang="5400700" scaled="0"/>
              </a:gra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5" name="Google Shape;1675;p57"/>
            <p:cNvGrpSpPr/>
            <p:nvPr/>
          </p:nvGrpSpPr>
          <p:grpSpPr>
            <a:xfrm flipH="1">
              <a:off x="1237981" y="3753166"/>
              <a:ext cx="953591" cy="334099"/>
              <a:chOff x="2271950" y="2722775"/>
              <a:chExt cx="575875" cy="201775"/>
            </a:xfrm>
          </p:grpSpPr>
          <p:sp>
            <p:nvSpPr>
              <p:cNvPr id="1676" name="Google Shape;1676;p57"/>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57"/>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57"/>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57"/>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57"/>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1" name="Google Shape;1681;p57"/>
            <p:cNvSpPr/>
            <p:nvPr/>
          </p:nvSpPr>
          <p:spPr>
            <a:xfrm flipH="1">
              <a:off x="984469" y="4196581"/>
              <a:ext cx="140247" cy="141086"/>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57"/>
            <p:cNvSpPr/>
            <p:nvPr/>
          </p:nvSpPr>
          <p:spPr>
            <a:xfrm flipH="1">
              <a:off x="3889138" y="3893001"/>
              <a:ext cx="262479" cy="262448"/>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57"/>
            <p:cNvSpPr/>
            <p:nvPr/>
          </p:nvSpPr>
          <p:spPr>
            <a:xfrm flipH="1">
              <a:off x="2111873" y="910513"/>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57"/>
            <p:cNvSpPr/>
            <p:nvPr/>
          </p:nvSpPr>
          <p:spPr>
            <a:xfrm flipH="1">
              <a:off x="3647165" y="883381"/>
              <a:ext cx="107827" cy="107819"/>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57"/>
            <p:cNvSpPr/>
            <p:nvPr/>
          </p:nvSpPr>
          <p:spPr>
            <a:xfrm flipH="1">
              <a:off x="4226057" y="2824293"/>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57"/>
            <p:cNvSpPr/>
            <p:nvPr/>
          </p:nvSpPr>
          <p:spPr>
            <a:xfrm flipH="1">
              <a:off x="725787" y="883365"/>
              <a:ext cx="416654" cy="491569"/>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57"/>
            <p:cNvSpPr/>
            <p:nvPr/>
          </p:nvSpPr>
          <p:spPr>
            <a:xfrm rot="1685758" flipH="1">
              <a:off x="2971353" y="1295459"/>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57"/>
            <p:cNvSpPr/>
            <p:nvPr/>
          </p:nvSpPr>
          <p:spPr>
            <a:xfrm flipH="1">
              <a:off x="2567287" y="3846103"/>
              <a:ext cx="416654" cy="491569"/>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57"/>
            <p:cNvSpPr/>
            <p:nvPr/>
          </p:nvSpPr>
          <p:spPr>
            <a:xfrm>
              <a:off x="1774800" y="3210950"/>
              <a:ext cx="315325" cy="299300"/>
            </a:xfrm>
            <a:custGeom>
              <a:avLst/>
              <a:gdLst/>
              <a:ahLst/>
              <a:cxnLst/>
              <a:rect l="l" t="t" r="r" b="b"/>
              <a:pathLst>
                <a:path w="12613" h="11972" extrusionOk="0">
                  <a:moveTo>
                    <a:pt x="6823" y="428"/>
                  </a:moveTo>
                  <a:lnTo>
                    <a:pt x="8266" y="3350"/>
                  </a:lnTo>
                  <a:cubicBezTo>
                    <a:pt x="8355" y="3528"/>
                    <a:pt x="8515" y="3653"/>
                    <a:pt x="8711" y="3670"/>
                  </a:cubicBezTo>
                  <a:lnTo>
                    <a:pt x="11936" y="4134"/>
                  </a:lnTo>
                  <a:cubicBezTo>
                    <a:pt x="12417" y="4205"/>
                    <a:pt x="12613" y="4793"/>
                    <a:pt x="12256" y="5131"/>
                  </a:cubicBezTo>
                  <a:lnTo>
                    <a:pt x="9923" y="7411"/>
                  </a:lnTo>
                  <a:cubicBezTo>
                    <a:pt x="9798" y="7536"/>
                    <a:pt x="9727" y="7732"/>
                    <a:pt x="9762" y="7928"/>
                  </a:cubicBezTo>
                  <a:lnTo>
                    <a:pt x="10315" y="11135"/>
                  </a:lnTo>
                  <a:cubicBezTo>
                    <a:pt x="10386" y="11616"/>
                    <a:pt x="9887" y="11972"/>
                    <a:pt x="9477" y="11740"/>
                  </a:cubicBezTo>
                  <a:lnTo>
                    <a:pt x="6574" y="10226"/>
                  </a:lnTo>
                  <a:cubicBezTo>
                    <a:pt x="6395" y="10137"/>
                    <a:pt x="6200" y="10137"/>
                    <a:pt x="6039" y="10226"/>
                  </a:cubicBezTo>
                  <a:lnTo>
                    <a:pt x="3135" y="11740"/>
                  </a:lnTo>
                  <a:cubicBezTo>
                    <a:pt x="2708" y="11972"/>
                    <a:pt x="2209" y="11616"/>
                    <a:pt x="2298" y="11135"/>
                  </a:cubicBezTo>
                  <a:lnTo>
                    <a:pt x="2850" y="7928"/>
                  </a:lnTo>
                  <a:cubicBezTo>
                    <a:pt x="2886" y="7732"/>
                    <a:pt x="2815" y="7536"/>
                    <a:pt x="2672" y="7411"/>
                  </a:cubicBezTo>
                  <a:lnTo>
                    <a:pt x="339" y="5131"/>
                  </a:lnTo>
                  <a:cubicBezTo>
                    <a:pt x="0" y="4793"/>
                    <a:pt x="196" y="4205"/>
                    <a:pt x="659" y="4134"/>
                  </a:cubicBezTo>
                  <a:lnTo>
                    <a:pt x="3901" y="3670"/>
                  </a:lnTo>
                  <a:cubicBezTo>
                    <a:pt x="4080" y="3653"/>
                    <a:pt x="4258" y="3528"/>
                    <a:pt x="4347" y="3350"/>
                  </a:cubicBezTo>
                  <a:lnTo>
                    <a:pt x="5790" y="428"/>
                  </a:lnTo>
                  <a:cubicBezTo>
                    <a:pt x="6004" y="1"/>
                    <a:pt x="6609" y="1"/>
                    <a:pt x="6823" y="428"/>
                  </a:cubicBezTo>
                  <a:close/>
                </a:path>
              </a:pathLst>
            </a:custGeom>
            <a:gradFill>
              <a:gsLst>
                <a:gs pos="0">
                  <a:schemeClr val="accent1"/>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57"/>
            <p:cNvSpPr/>
            <p:nvPr/>
          </p:nvSpPr>
          <p:spPr>
            <a:xfrm flipH="1">
              <a:off x="1583526" y="1450751"/>
              <a:ext cx="262479" cy="262448"/>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57"/>
            <p:cNvSpPr/>
            <p:nvPr/>
          </p:nvSpPr>
          <p:spPr>
            <a:xfrm flipH="1">
              <a:off x="3289519" y="3510256"/>
              <a:ext cx="140247" cy="141086"/>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92" name="Google Shape;1692;p57"/>
          <p:cNvSpPr/>
          <p:nvPr/>
        </p:nvSpPr>
        <p:spPr>
          <a:xfrm rot="1685758" flipH="1">
            <a:off x="5181153" y="3943409"/>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57">
            <a:hlinkClick r:id="" action="ppaction://hlinkshowjump?jump=nextslide"/>
          </p:cNvPr>
          <p:cNvSpPr/>
          <p:nvPr/>
        </p:nvSpPr>
        <p:spPr>
          <a:xfrm rot="5400000">
            <a:off x="821542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57">
            <a:hlinkClick r:id="" action="ppaction://hlinkshowjump?jump=previousslide"/>
          </p:cNvPr>
          <p:cNvSpPr/>
          <p:nvPr/>
        </p:nvSpPr>
        <p:spPr>
          <a:xfrm rot="-5400000" flipH="1">
            <a:off x="73197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57">
            <a:hlinkClick r:id="rId3" action="ppaction://hlinksldjump"/>
          </p:cNvPr>
          <p:cNvSpPr txBox="1"/>
          <p:nvPr/>
        </p:nvSpPr>
        <p:spPr>
          <a:xfrm>
            <a:off x="92245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MENU</a:t>
            </a:r>
            <a:endParaRPr sz="1000">
              <a:solidFill>
                <a:schemeClr val="dk1"/>
              </a:solidFill>
              <a:latin typeface="Bebas Neue"/>
              <a:ea typeface="Bebas Neue"/>
              <a:cs typeface="Bebas Neue"/>
              <a:sym typeface="Bebas Neue"/>
            </a:endParaRPr>
          </a:p>
        </p:txBody>
      </p:sp>
      <p:sp>
        <p:nvSpPr>
          <p:cNvPr id="1696" name="Google Shape;1696;p57">
            <a:hlinkClick r:id="rId4" action="ppaction://hlinksldjump"/>
          </p:cNvPr>
          <p:cNvSpPr txBox="1"/>
          <p:nvPr/>
        </p:nvSpPr>
        <p:spPr>
          <a:xfrm>
            <a:off x="151793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ANALYSIS</a:t>
            </a:r>
            <a:endParaRPr sz="1000">
              <a:solidFill>
                <a:schemeClr val="dk1"/>
              </a:solidFill>
              <a:latin typeface="Bebas Neue"/>
              <a:ea typeface="Bebas Neue"/>
              <a:cs typeface="Bebas Neue"/>
              <a:sym typeface="Bebas Neue"/>
            </a:endParaRPr>
          </a:p>
        </p:txBody>
      </p:sp>
      <p:sp>
        <p:nvSpPr>
          <p:cNvPr id="1697" name="Google Shape;1697;p57">
            <a:hlinkClick r:id="" action="ppaction://noaction"/>
          </p:cNvPr>
          <p:cNvSpPr txBox="1"/>
          <p:nvPr/>
        </p:nvSpPr>
        <p:spPr>
          <a:xfrm>
            <a:off x="211341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CONTACT</a:t>
            </a:r>
            <a:endParaRPr sz="1000">
              <a:solidFill>
                <a:schemeClr val="dk1"/>
              </a:solidFill>
              <a:latin typeface="Bebas Neue"/>
              <a:ea typeface="Bebas Neue"/>
              <a:cs typeface="Bebas Neue"/>
              <a:sym typeface="Bebas Neue"/>
            </a:endParaRPr>
          </a:p>
        </p:txBody>
      </p:sp>
      <p:grpSp>
        <p:nvGrpSpPr>
          <p:cNvPr id="1698" name="Google Shape;1698;p57"/>
          <p:cNvGrpSpPr/>
          <p:nvPr/>
        </p:nvGrpSpPr>
        <p:grpSpPr>
          <a:xfrm>
            <a:off x="706038" y="312972"/>
            <a:ext cx="140222" cy="140409"/>
            <a:chOff x="2741000" y="199475"/>
            <a:chExt cx="191953" cy="192210"/>
          </a:xfrm>
        </p:grpSpPr>
        <p:sp>
          <p:nvSpPr>
            <p:cNvPr id="1699" name="Google Shape;1699;p57"/>
            <p:cNvSpPr/>
            <p:nvPr/>
          </p:nvSpPr>
          <p:spPr>
            <a:xfrm>
              <a:off x="2741000"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57"/>
            <p:cNvSpPr/>
            <p:nvPr/>
          </p:nvSpPr>
          <p:spPr>
            <a:xfrm>
              <a:off x="2741000"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57"/>
            <p:cNvSpPr/>
            <p:nvPr/>
          </p:nvSpPr>
          <p:spPr>
            <a:xfrm>
              <a:off x="2741000"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57"/>
            <p:cNvSpPr/>
            <p:nvPr/>
          </p:nvSpPr>
          <p:spPr>
            <a:xfrm>
              <a:off x="2815215"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57"/>
            <p:cNvSpPr/>
            <p:nvPr/>
          </p:nvSpPr>
          <p:spPr>
            <a:xfrm>
              <a:off x="2815215"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57"/>
            <p:cNvSpPr/>
            <p:nvPr/>
          </p:nvSpPr>
          <p:spPr>
            <a:xfrm>
              <a:off x="2815215"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57"/>
            <p:cNvSpPr/>
            <p:nvPr/>
          </p:nvSpPr>
          <p:spPr>
            <a:xfrm>
              <a:off x="2889453"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57"/>
            <p:cNvSpPr/>
            <p:nvPr/>
          </p:nvSpPr>
          <p:spPr>
            <a:xfrm>
              <a:off x="2889453"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57"/>
            <p:cNvSpPr/>
            <p:nvPr/>
          </p:nvSpPr>
          <p:spPr>
            <a:xfrm>
              <a:off x="2889453"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08" name="Google Shape;1708;p57">
            <a:hlinkClick r:id="rId5" action="ppaction://hlinksldjump"/>
          </p:cNvPr>
          <p:cNvSpPr/>
          <p:nvPr/>
        </p:nvSpPr>
        <p:spPr>
          <a:xfrm>
            <a:off x="669500" y="276525"/>
            <a:ext cx="213300" cy="21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617">
                                            <p:txEl>
                                              <p:pRg st="0" end="0"/>
                                            </p:txEl>
                                          </p:spTgt>
                                        </p:tgtEl>
                                        <p:attrNameLst>
                                          <p:attrName>style.visibility</p:attrName>
                                        </p:attrNameLst>
                                      </p:cBhvr>
                                      <p:to>
                                        <p:strVal val="visible"/>
                                      </p:to>
                                    </p:set>
                                    <p:animEffect transition="in" filter="barn(inVertical)">
                                      <p:cBhvr>
                                        <p:cTn id="7" dur="500"/>
                                        <p:tgtEl>
                                          <p:spTgt spid="16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5" name="Google Shape;645;p40"/>
          <p:cNvSpPr/>
          <p:nvPr/>
        </p:nvSpPr>
        <p:spPr>
          <a:xfrm>
            <a:off x="714358" y="1460414"/>
            <a:ext cx="1367281" cy="1367105"/>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40"/>
          <p:cNvSpPr txBox="1">
            <a:spLocks noGrp="1"/>
          </p:cNvSpPr>
          <p:nvPr>
            <p:ph type="title"/>
          </p:nvPr>
        </p:nvSpPr>
        <p:spPr>
          <a:xfrm>
            <a:off x="2635411" y="1371970"/>
            <a:ext cx="3022440" cy="1740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accent1">
                    <a:lumMod val="75000"/>
                  </a:schemeClr>
                </a:solidFill>
              </a:rPr>
              <a:t>Atel</a:t>
            </a:r>
            <a:r>
              <a:rPr lang="en" dirty="0">
                <a:solidFill>
                  <a:schemeClr val="tx1"/>
                </a:solidFill>
              </a:rPr>
              <a:t>ier</a:t>
            </a:r>
            <a:endParaRPr dirty="0">
              <a:solidFill>
                <a:schemeClr val="tx1"/>
              </a:solidFill>
            </a:endParaRPr>
          </a:p>
        </p:txBody>
      </p:sp>
      <p:sp>
        <p:nvSpPr>
          <p:cNvPr id="648" name="Google Shape;648;p40"/>
          <p:cNvSpPr txBox="1">
            <a:spLocks noGrp="1"/>
          </p:cNvSpPr>
          <p:nvPr>
            <p:ph type="title" idx="2"/>
          </p:nvPr>
        </p:nvSpPr>
        <p:spPr>
          <a:xfrm>
            <a:off x="714300" y="1764027"/>
            <a:ext cx="1367400" cy="759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06</a:t>
            </a:r>
            <a:endParaRPr dirty="0"/>
          </a:p>
        </p:txBody>
      </p:sp>
      <p:sp>
        <p:nvSpPr>
          <p:cNvPr id="650" name="Google Shape;650;p40"/>
          <p:cNvSpPr txBox="1"/>
          <p:nvPr/>
        </p:nvSpPr>
        <p:spPr>
          <a:xfrm>
            <a:off x="7062300" y="212749"/>
            <a:ext cx="1367400" cy="300900"/>
          </a:xfrm>
          <a:prstGeom prst="rect">
            <a:avLst/>
          </a:prstGeom>
          <a:noFill/>
          <a:ln>
            <a:noFill/>
          </a:ln>
        </p:spPr>
        <p:txBody>
          <a:bodyPr spcFirstLastPara="1" wrap="square" lIns="91425" tIns="91425" rIns="0" bIns="91425" anchor="ctr" anchorCtr="0">
            <a:noAutofit/>
          </a:bodyPr>
          <a:lstStyle/>
          <a:p>
            <a:pPr marL="0" lvl="0" indent="0" algn="r" rtl="0">
              <a:spcBef>
                <a:spcPts val="0"/>
              </a:spcBef>
              <a:spcAft>
                <a:spcPts val="0"/>
              </a:spcAft>
              <a:buNone/>
            </a:pPr>
            <a:r>
              <a:rPr lang="en">
                <a:solidFill>
                  <a:schemeClr val="lt2"/>
                </a:solidFill>
                <a:latin typeface="Bebas Neue"/>
                <a:ea typeface="Bebas Neue"/>
                <a:cs typeface="Bebas Neue"/>
                <a:sym typeface="Bebas Neue"/>
              </a:rPr>
              <a:t>Data ANALYSIS</a:t>
            </a:r>
            <a:endParaRPr>
              <a:solidFill>
                <a:schemeClr val="lt2"/>
              </a:solidFill>
            </a:endParaRPr>
          </a:p>
        </p:txBody>
      </p:sp>
      <p:sp>
        <p:nvSpPr>
          <p:cNvPr id="651" name="Google Shape;651;p40"/>
          <p:cNvSpPr/>
          <p:nvPr/>
        </p:nvSpPr>
        <p:spPr>
          <a:xfrm>
            <a:off x="7234875" y="704575"/>
            <a:ext cx="107827" cy="108491"/>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40"/>
          <p:cNvSpPr/>
          <p:nvPr/>
        </p:nvSpPr>
        <p:spPr>
          <a:xfrm>
            <a:off x="7910100" y="2261476"/>
            <a:ext cx="262479" cy="262448"/>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40"/>
          <p:cNvSpPr/>
          <p:nvPr/>
        </p:nvSpPr>
        <p:spPr>
          <a:xfrm>
            <a:off x="830067" y="3166818"/>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40"/>
          <p:cNvSpPr/>
          <p:nvPr/>
        </p:nvSpPr>
        <p:spPr>
          <a:xfrm>
            <a:off x="1567052" y="4255387"/>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40"/>
          <p:cNvSpPr/>
          <p:nvPr/>
        </p:nvSpPr>
        <p:spPr>
          <a:xfrm>
            <a:off x="8172564" y="3182711"/>
            <a:ext cx="107827" cy="108460"/>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6" name="Google Shape;656;p40"/>
          <p:cNvGrpSpPr/>
          <p:nvPr/>
        </p:nvGrpSpPr>
        <p:grpSpPr>
          <a:xfrm>
            <a:off x="7741747" y="734402"/>
            <a:ext cx="695830" cy="243805"/>
            <a:chOff x="2271950" y="2722775"/>
            <a:chExt cx="575875" cy="201775"/>
          </a:xfrm>
        </p:grpSpPr>
        <p:sp>
          <p:nvSpPr>
            <p:cNvPr id="657" name="Google Shape;657;p40"/>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40"/>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40"/>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40"/>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40"/>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2" name="Google Shape;662;p40"/>
          <p:cNvSpPr/>
          <p:nvPr/>
        </p:nvSpPr>
        <p:spPr>
          <a:xfrm rot="7198898">
            <a:off x="7185962" y="1188869"/>
            <a:ext cx="700377" cy="696805"/>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40"/>
          <p:cNvSpPr/>
          <p:nvPr/>
        </p:nvSpPr>
        <p:spPr>
          <a:xfrm rot="7201932">
            <a:off x="771379" y="3761590"/>
            <a:ext cx="371928" cy="370031"/>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40"/>
          <p:cNvSpPr/>
          <p:nvPr/>
        </p:nvSpPr>
        <p:spPr>
          <a:xfrm>
            <a:off x="6625763" y="910513"/>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40"/>
          <p:cNvSpPr/>
          <p:nvPr/>
        </p:nvSpPr>
        <p:spPr>
          <a:xfrm rot="-1685758">
            <a:off x="1428932" y="3807847"/>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40"/>
          <p:cNvSpPr/>
          <p:nvPr/>
        </p:nvSpPr>
        <p:spPr>
          <a:xfrm>
            <a:off x="7932086" y="3693012"/>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40">
            <a:hlinkClick r:id="" action="ppaction://hlinkshowjump?jump=nextslide"/>
          </p:cNvPr>
          <p:cNvSpPr/>
          <p:nvPr/>
        </p:nvSpPr>
        <p:spPr>
          <a:xfrm rot="5400000">
            <a:off x="821542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40">
            <a:hlinkClick r:id="" action="ppaction://hlinkshowjump?jump=previousslide"/>
          </p:cNvPr>
          <p:cNvSpPr/>
          <p:nvPr/>
        </p:nvSpPr>
        <p:spPr>
          <a:xfrm rot="-5400000" flipH="1">
            <a:off x="73197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40">
            <a:hlinkClick r:id="rId3" action="ppaction://hlinksldjump"/>
          </p:cNvPr>
          <p:cNvSpPr txBox="1"/>
          <p:nvPr/>
        </p:nvSpPr>
        <p:spPr>
          <a:xfrm>
            <a:off x="92245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MENU</a:t>
            </a:r>
            <a:endParaRPr sz="1000">
              <a:solidFill>
                <a:schemeClr val="dk1"/>
              </a:solidFill>
              <a:latin typeface="Bebas Neue"/>
              <a:ea typeface="Bebas Neue"/>
              <a:cs typeface="Bebas Neue"/>
              <a:sym typeface="Bebas Neue"/>
            </a:endParaRPr>
          </a:p>
        </p:txBody>
      </p:sp>
      <p:sp>
        <p:nvSpPr>
          <p:cNvPr id="670" name="Google Shape;670;p40">
            <a:hlinkClick r:id="" action="ppaction://noaction"/>
          </p:cNvPr>
          <p:cNvSpPr txBox="1"/>
          <p:nvPr/>
        </p:nvSpPr>
        <p:spPr>
          <a:xfrm>
            <a:off x="151793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ANALYSIS</a:t>
            </a:r>
            <a:endParaRPr sz="1000">
              <a:solidFill>
                <a:schemeClr val="dk1"/>
              </a:solidFill>
              <a:latin typeface="Bebas Neue"/>
              <a:ea typeface="Bebas Neue"/>
              <a:cs typeface="Bebas Neue"/>
              <a:sym typeface="Bebas Neue"/>
            </a:endParaRPr>
          </a:p>
        </p:txBody>
      </p:sp>
      <p:sp>
        <p:nvSpPr>
          <p:cNvPr id="671" name="Google Shape;671;p40">
            <a:hlinkClick r:id="" action="ppaction://noaction"/>
          </p:cNvPr>
          <p:cNvSpPr txBox="1"/>
          <p:nvPr/>
        </p:nvSpPr>
        <p:spPr>
          <a:xfrm>
            <a:off x="211341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CONTACT</a:t>
            </a:r>
            <a:endParaRPr sz="1000">
              <a:solidFill>
                <a:schemeClr val="dk1"/>
              </a:solidFill>
              <a:latin typeface="Bebas Neue"/>
              <a:ea typeface="Bebas Neue"/>
              <a:cs typeface="Bebas Neue"/>
              <a:sym typeface="Bebas Neue"/>
            </a:endParaRPr>
          </a:p>
        </p:txBody>
      </p:sp>
      <p:grpSp>
        <p:nvGrpSpPr>
          <p:cNvPr id="672" name="Google Shape;672;p40"/>
          <p:cNvGrpSpPr/>
          <p:nvPr/>
        </p:nvGrpSpPr>
        <p:grpSpPr>
          <a:xfrm>
            <a:off x="706038" y="312972"/>
            <a:ext cx="140222" cy="140409"/>
            <a:chOff x="2741000" y="199475"/>
            <a:chExt cx="191953" cy="192210"/>
          </a:xfrm>
        </p:grpSpPr>
        <p:sp>
          <p:nvSpPr>
            <p:cNvPr id="673" name="Google Shape;673;p40"/>
            <p:cNvSpPr/>
            <p:nvPr/>
          </p:nvSpPr>
          <p:spPr>
            <a:xfrm>
              <a:off x="2741000"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40"/>
            <p:cNvSpPr/>
            <p:nvPr/>
          </p:nvSpPr>
          <p:spPr>
            <a:xfrm>
              <a:off x="2741000"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40"/>
            <p:cNvSpPr/>
            <p:nvPr/>
          </p:nvSpPr>
          <p:spPr>
            <a:xfrm>
              <a:off x="2741000"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40"/>
            <p:cNvSpPr/>
            <p:nvPr/>
          </p:nvSpPr>
          <p:spPr>
            <a:xfrm>
              <a:off x="2815215"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40"/>
            <p:cNvSpPr/>
            <p:nvPr/>
          </p:nvSpPr>
          <p:spPr>
            <a:xfrm>
              <a:off x="2815215"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40"/>
            <p:cNvSpPr/>
            <p:nvPr/>
          </p:nvSpPr>
          <p:spPr>
            <a:xfrm>
              <a:off x="2815215"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40"/>
            <p:cNvSpPr/>
            <p:nvPr/>
          </p:nvSpPr>
          <p:spPr>
            <a:xfrm>
              <a:off x="2889453"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40"/>
            <p:cNvSpPr/>
            <p:nvPr/>
          </p:nvSpPr>
          <p:spPr>
            <a:xfrm>
              <a:off x="2889453"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40"/>
            <p:cNvSpPr/>
            <p:nvPr/>
          </p:nvSpPr>
          <p:spPr>
            <a:xfrm>
              <a:off x="2889453"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2" name="Google Shape;682;p40">
            <a:hlinkClick r:id="rId4" action="ppaction://hlinksldjump"/>
          </p:cNvPr>
          <p:cNvSpPr/>
          <p:nvPr/>
        </p:nvSpPr>
        <p:spPr>
          <a:xfrm>
            <a:off x="669500" y="276525"/>
            <a:ext cx="213300" cy="21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644;p40">
            <a:extLst>
              <a:ext uri="{FF2B5EF4-FFF2-40B4-BE49-F238E27FC236}">
                <a16:creationId xmlns:a16="http://schemas.microsoft.com/office/drawing/2014/main" id="{3A87F953-E6A4-404F-91B5-0A37506FAF83}"/>
              </a:ext>
            </a:extLst>
          </p:cNvPr>
          <p:cNvSpPr/>
          <p:nvPr/>
        </p:nvSpPr>
        <p:spPr>
          <a:xfrm>
            <a:off x="2230539" y="3260783"/>
            <a:ext cx="4681800" cy="491700"/>
          </a:xfrm>
          <a:prstGeom prst="roundRect">
            <a:avLst>
              <a:gd name="adj" fmla="val 50000"/>
            </a:avLst>
          </a:pr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ZoneTexte 1">
            <a:extLst>
              <a:ext uri="{FF2B5EF4-FFF2-40B4-BE49-F238E27FC236}">
                <a16:creationId xmlns:a16="http://schemas.microsoft.com/office/drawing/2014/main" id="{6B357CBE-4103-4C50-A1C6-116D1F426FAD}"/>
              </a:ext>
            </a:extLst>
          </p:cNvPr>
          <p:cNvSpPr txBox="1"/>
          <p:nvPr/>
        </p:nvSpPr>
        <p:spPr>
          <a:xfrm>
            <a:off x="2257118" y="3307042"/>
            <a:ext cx="4802254" cy="369332"/>
          </a:xfrm>
          <a:prstGeom prst="rect">
            <a:avLst/>
          </a:prstGeom>
          <a:noFill/>
        </p:spPr>
        <p:txBody>
          <a:bodyPr wrap="square" rtlCol="0">
            <a:spAutoFit/>
          </a:bodyPr>
          <a:lstStyle/>
          <a:p>
            <a:r>
              <a:rPr lang="fr-FR" sz="1800" b="1" dirty="0">
                <a:solidFill>
                  <a:schemeClr val="dk1"/>
                </a:solidFill>
                <a:latin typeface="Söhne"/>
                <a:ea typeface="Arimo"/>
                <a:cs typeface="Arimo"/>
                <a:sym typeface="Arimo"/>
              </a:rPr>
              <a:t>Réalisation d’un tableau de bord avec </a:t>
            </a:r>
            <a:r>
              <a:rPr lang="fr-FR" sz="1800" b="1" dirty="0" err="1">
                <a:solidFill>
                  <a:schemeClr val="dk1"/>
                </a:solidFill>
                <a:latin typeface="Söhne"/>
                <a:ea typeface="Arimo"/>
                <a:cs typeface="Arimo"/>
                <a:sym typeface="Arimo"/>
              </a:rPr>
              <a:t>PowerBI</a:t>
            </a:r>
            <a:endParaRPr lang="fr-FR" sz="1800" b="1" dirty="0">
              <a:solidFill>
                <a:schemeClr val="dk1"/>
              </a:solidFill>
              <a:latin typeface="Söhne"/>
              <a:ea typeface="Arimo"/>
              <a:cs typeface="Arimo"/>
              <a:sym typeface="Arimo"/>
            </a:endParaRPr>
          </a:p>
        </p:txBody>
      </p:sp>
    </p:spTree>
    <p:extLst>
      <p:ext uri="{BB962C8B-B14F-4D97-AF65-F5344CB8AC3E}">
        <p14:creationId xmlns:p14="http://schemas.microsoft.com/office/powerpoint/2010/main" val="1281625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45"/>
                                        </p:tgtEl>
                                        <p:attrNameLst>
                                          <p:attrName>style.visibility</p:attrName>
                                        </p:attrNameLst>
                                      </p:cBhvr>
                                      <p:to>
                                        <p:strVal val="visible"/>
                                      </p:to>
                                    </p:set>
                                    <p:animEffect transition="in" filter="wipe(down)">
                                      <p:cBhvr>
                                        <p:cTn id="7" dur="500"/>
                                        <p:tgtEl>
                                          <p:spTgt spid="64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46"/>
                                        </p:tgtEl>
                                        <p:attrNameLst>
                                          <p:attrName>style.visibility</p:attrName>
                                        </p:attrNameLst>
                                      </p:cBhvr>
                                      <p:to>
                                        <p:strVal val="visible"/>
                                      </p:to>
                                    </p:set>
                                    <p:animEffect transition="in" filter="wipe(down)">
                                      <p:cBhvr>
                                        <p:cTn id="10" dur="500"/>
                                        <p:tgtEl>
                                          <p:spTgt spid="646"/>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48"/>
                                        </p:tgtEl>
                                        <p:attrNameLst>
                                          <p:attrName>style.visibility</p:attrName>
                                        </p:attrNameLst>
                                      </p:cBhvr>
                                      <p:to>
                                        <p:strVal val="visible"/>
                                      </p:to>
                                    </p:set>
                                    <p:animEffect transition="in" filter="wipe(down)">
                                      <p:cBhvr>
                                        <p:cTn id="13" dur="500"/>
                                        <p:tgtEl>
                                          <p:spTgt spid="648"/>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653"/>
                                        </p:tgtEl>
                                        <p:attrNameLst>
                                          <p:attrName>style.visibility</p:attrName>
                                        </p:attrNameLst>
                                      </p:cBhvr>
                                      <p:to>
                                        <p:strVal val="visible"/>
                                      </p:to>
                                    </p:set>
                                    <p:animEffect transition="in" filter="wipe(down)">
                                      <p:cBhvr>
                                        <p:cTn id="16" dur="500"/>
                                        <p:tgtEl>
                                          <p:spTgt spid="653"/>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663"/>
                                        </p:tgtEl>
                                        <p:attrNameLst>
                                          <p:attrName>style.visibility</p:attrName>
                                        </p:attrNameLst>
                                      </p:cBhvr>
                                      <p:to>
                                        <p:strVal val="visible"/>
                                      </p:to>
                                    </p:set>
                                    <p:animEffect transition="in" filter="wipe(down)">
                                      <p:cBhvr>
                                        <p:cTn id="19" dur="500"/>
                                        <p:tgtEl>
                                          <p:spTgt spid="663"/>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664"/>
                                        </p:tgtEl>
                                        <p:attrNameLst>
                                          <p:attrName>style.visibility</p:attrName>
                                        </p:attrNameLst>
                                      </p:cBhvr>
                                      <p:to>
                                        <p:strVal val="visible"/>
                                      </p:to>
                                    </p:set>
                                    <p:animEffect transition="in" filter="wipe(down)">
                                      <p:cBhvr>
                                        <p:cTn id="22" dur="500"/>
                                        <p:tgtEl>
                                          <p:spTgt spid="664"/>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65"/>
                                        </p:tgtEl>
                                        <p:attrNameLst>
                                          <p:attrName>style.visibility</p:attrName>
                                        </p:attrNameLst>
                                      </p:cBhvr>
                                      <p:to>
                                        <p:strVal val="visible"/>
                                      </p:to>
                                    </p:set>
                                    <p:animEffect transition="in" filter="wipe(down)">
                                      <p:cBhvr>
                                        <p:cTn id="25" dur="500"/>
                                        <p:tgtEl>
                                          <p:spTgt spid="665"/>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wipe(down)">
                                      <p:cBhvr>
                                        <p:cTn id="28" dur="500"/>
                                        <p:tgtEl>
                                          <p:spTgt spid="38"/>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down)">
                                      <p:cBhvr>
                                        <p:cTn id="31" dur="500"/>
                                        <p:tgtEl>
                                          <p:spTgt spid="2"/>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652"/>
                                        </p:tgtEl>
                                        <p:attrNameLst>
                                          <p:attrName>style.visibility</p:attrName>
                                        </p:attrNameLst>
                                      </p:cBhvr>
                                      <p:to>
                                        <p:strVal val="visible"/>
                                      </p:to>
                                    </p:set>
                                    <p:animEffect transition="in" filter="wipe(down)">
                                      <p:cBhvr>
                                        <p:cTn id="34" dur="500"/>
                                        <p:tgtEl>
                                          <p:spTgt spid="652"/>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654"/>
                                        </p:tgtEl>
                                        <p:attrNameLst>
                                          <p:attrName>style.visibility</p:attrName>
                                        </p:attrNameLst>
                                      </p:cBhvr>
                                      <p:to>
                                        <p:strVal val="visible"/>
                                      </p:to>
                                    </p:set>
                                    <p:animEffect transition="in" filter="wipe(down)">
                                      <p:cBhvr>
                                        <p:cTn id="37" dur="500"/>
                                        <p:tgtEl>
                                          <p:spTgt spid="654"/>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655"/>
                                        </p:tgtEl>
                                        <p:attrNameLst>
                                          <p:attrName>style.visibility</p:attrName>
                                        </p:attrNameLst>
                                      </p:cBhvr>
                                      <p:to>
                                        <p:strVal val="visible"/>
                                      </p:to>
                                    </p:set>
                                    <p:animEffect transition="in" filter="wipe(down)">
                                      <p:cBhvr>
                                        <p:cTn id="40" dur="500"/>
                                        <p:tgtEl>
                                          <p:spTgt spid="655"/>
                                        </p:tgtEl>
                                      </p:cBhvr>
                                    </p:animEffect>
                                  </p:childTnLst>
                                </p:cTn>
                              </p:par>
                              <p:par>
                                <p:cTn id="41" presetID="22" presetClass="entr" presetSubtype="4" fill="hold" nodeType="withEffect">
                                  <p:stCondLst>
                                    <p:cond delay="0"/>
                                  </p:stCondLst>
                                  <p:childTnLst>
                                    <p:set>
                                      <p:cBhvr>
                                        <p:cTn id="42" dur="1" fill="hold">
                                          <p:stCondLst>
                                            <p:cond delay="0"/>
                                          </p:stCondLst>
                                        </p:cTn>
                                        <p:tgtEl>
                                          <p:spTgt spid="656"/>
                                        </p:tgtEl>
                                        <p:attrNameLst>
                                          <p:attrName>style.visibility</p:attrName>
                                        </p:attrNameLst>
                                      </p:cBhvr>
                                      <p:to>
                                        <p:strVal val="visible"/>
                                      </p:to>
                                    </p:set>
                                    <p:animEffect transition="in" filter="wipe(down)">
                                      <p:cBhvr>
                                        <p:cTn id="43" dur="500"/>
                                        <p:tgtEl>
                                          <p:spTgt spid="656"/>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662"/>
                                        </p:tgtEl>
                                        <p:attrNameLst>
                                          <p:attrName>style.visibility</p:attrName>
                                        </p:attrNameLst>
                                      </p:cBhvr>
                                      <p:to>
                                        <p:strVal val="visible"/>
                                      </p:to>
                                    </p:set>
                                    <p:animEffect transition="in" filter="wipe(down)">
                                      <p:cBhvr>
                                        <p:cTn id="46" dur="500"/>
                                        <p:tgtEl>
                                          <p:spTgt spid="662"/>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666"/>
                                        </p:tgtEl>
                                        <p:attrNameLst>
                                          <p:attrName>style.visibility</p:attrName>
                                        </p:attrNameLst>
                                      </p:cBhvr>
                                      <p:to>
                                        <p:strVal val="visible"/>
                                      </p:to>
                                    </p:set>
                                    <p:animEffect transition="in" filter="wipe(down)">
                                      <p:cBhvr>
                                        <p:cTn id="49" dur="500"/>
                                        <p:tgtEl>
                                          <p:spTgt spid="6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 grpId="0" animBg="1"/>
      <p:bldP spid="646" grpId="0"/>
      <p:bldP spid="648" grpId="0"/>
      <p:bldP spid="652" grpId="0" animBg="1"/>
      <p:bldP spid="653" grpId="0" animBg="1"/>
      <p:bldP spid="654" grpId="0" animBg="1"/>
      <p:bldP spid="655" grpId="0" animBg="1"/>
      <p:bldP spid="662" grpId="0" animBg="1"/>
      <p:bldP spid="663" grpId="0" animBg="1"/>
      <p:bldP spid="664" grpId="0" animBg="1"/>
      <p:bldP spid="665" grpId="0" animBg="1"/>
      <p:bldP spid="666" grpId="0" animBg="1"/>
      <p:bldP spid="38" grpId="0" animBg="1"/>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50" name="Google Shape;650;p40"/>
          <p:cNvSpPr txBox="1"/>
          <p:nvPr/>
        </p:nvSpPr>
        <p:spPr>
          <a:xfrm>
            <a:off x="7062300" y="212749"/>
            <a:ext cx="1367400" cy="300900"/>
          </a:xfrm>
          <a:prstGeom prst="rect">
            <a:avLst/>
          </a:prstGeom>
          <a:noFill/>
          <a:ln>
            <a:noFill/>
          </a:ln>
        </p:spPr>
        <p:txBody>
          <a:bodyPr spcFirstLastPara="1" wrap="square" lIns="91425" tIns="91425" rIns="0" bIns="91425" anchor="ctr" anchorCtr="0">
            <a:noAutofit/>
          </a:bodyPr>
          <a:lstStyle/>
          <a:p>
            <a:pPr marL="0" lvl="0" indent="0" algn="r" rtl="0">
              <a:spcBef>
                <a:spcPts val="0"/>
              </a:spcBef>
              <a:spcAft>
                <a:spcPts val="0"/>
              </a:spcAft>
              <a:buNone/>
            </a:pPr>
            <a:r>
              <a:rPr lang="en">
                <a:solidFill>
                  <a:schemeClr val="lt2"/>
                </a:solidFill>
                <a:latin typeface="Bebas Neue"/>
                <a:ea typeface="Bebas Neue"/>
                <a:cs typeface="Bebas Neue"/>
                <a:sym typeface="Bebas Neue"/>
              </a:rPr>
              <a:t>Data ANALYSIS</a:t>
            </a:r>
            <a:endParaRPr>
              <a:solidFill>
                <a:schemeClr val="lt2"/>
              </a:solidFill>
            </a:endParaRPr>
          </a:p>
        </p:txBody>
      </p:sp>
      <p:sp>
        <p:nvSpPr>
          <p:cNvPr id="651" name="Google Shape;651;p40"/>
          <p:cNvSpPr/>
          <p:nvPr/>
        </p:nvSpPr>
        <p:spPr>
          <a:xfrm>
            <a:off x="7234875" y="704575"/>
            <a:ext cx="107827" cy="108491"/>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40"/>
          <p:cNvSpPr/>
          <p:nvPr/>
        </p:nvSpPr>
        <p:spPr>
          <a:xfrm>
            <a:off x="7910100" y="2261476"/>
            <a:ext cx="262479" cy="262448"/>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40"/>
          <p:cNvSpPr/>
          <p:nvPr/>
        </p:nvSpPr>
        <p:spPr>
          <a:xfrm>
            <a:off x="1567052" y="4255387"/>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40"/>
          <p:cNvSpPr/>
          <p:nvPr/>
        </p:nvSpPr>
        <p:spPr>
          <a:xfrm>
            <a:off x="8172564" y="3182711"/>
            <a:ext cx="107827" cy="108460"/>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6" name="Google Shape;656;p40"/>
          <p:cNvGrpSpPr/>
          <p:nvPr/>
        </p:nvGrpSpPr>
        <p:grpSpPr>
          <a:xfrm>
            <a:off x="7741747" y="734402"/>
            <a:ext cx="695830" cy="243805"/>
            <a:chOff x="2271950" y="2722775"/>
            <a:chExt cx="575875" cy="201775"/>
          </a:xfrm>
        </p:grpSpPr>
        <p:sp>
          <p:nvSpPr>
            <p:cNvPr id="657" name="Google Shape;657;p40"/>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40"/>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40"/>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40"/>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40"/>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3" name="Google Shape;663;p40"/>
          <p:cNvSpPr/>
          <p:nvPr/>
        </p:nvSpPr>
        <p:spPr>
          <a:xfrm rot="7201932">
            <a:off x="771379" y="3761590"/>
            <a:ext cx="371928" cy="370031"/>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40"/>
          <p:cNvSpPr/>
          <p:nvPr/>
        </p:nvSpPr>
        <p:spPr>
          <a:xfrm>
            <a:off x="6625763" y="910513"/>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40"/>
          <p:cNvSpPr/>
          <p:nvPr/>
        </p:nvSpPr>
        <p:spPr>
          <a:xfrm>
            <a:off x="7932086" y="3693012"/>
            <a:ext cx="80847" cy="80847"/>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40">
            <a:hlinkClick r:id="" action="ppaction://hlinkshowjump?jump=nextslide"/>
          </p:cNvPr>
          <p:cNvSpPr/>
          <p:nvPr/>
        </p:nvSpPr>
        <p:spPr>
          <a:xfrm rot="5400000">
            <a:off x="821542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40">
            <a:hlinkClick r:id="" action="ppaction://hlinkshowjump?jump=previousslide"/>
          </p:cNvPr>
          <p:cNvSpPr/>
          <p:nvPr/>
        </p:nvSpPr>
        <p:spPr>
          <a:xfrm rot="-5400000" flipH="1">
            <a:off x="731972" y="4759304"/>
            <a:ext cx="196602" cy="231951"/>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40">
            <a:hlinkClick r:id="rId3" action="ppaction://hlinksldjump"/>
          </p:cNvPr>
          <p:cNvSpPr txBox="1"/>
          <p:nvPr/>
        </p:nvSpPr>
        <p:spPr>
          <a:xfrm>
            <a:off x="92245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MENU</a:t>
            </a:r>
            <a:endParaRPr sz="1000">
              <a:solidFill>
                <a:schemeClr val="dk1"/>
              </a:solidFill>
              <a:latin typeface="Bebas Neue"/>
              <a:ea typeface="Bebas Neue"/>
              <a:cs typeface="Bebas Neue"/>
              <a:sym typeface="Bebas Neue"/>
            </a:endParaRPr>
          </a:p>
        </p:txBody>
      </p:sp>
      <p:sp>
        <p:nvSpPr>
          <p:cNvPr id="670" name="Google Shape;670;p40">
            <a:hlinkClick r:id="" action="ppaction://noaction"/>
          </p:cNvPr>
          <p:cNvSpPr txBox="1"/>
          <p:nvPr/>
        </p:nvSpPr>
        <p:spPr>
          <a:xfrm>
            <a:off x="151793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ANALYSIS</a:t>
            </a:r>
            <a:endParaRPr sz="1000">
              <a:solidFill>
                <a:schemeClr val="dk1"/>
              </a:solidFill>
              <a:latin typeface="Bebas Neue"/>
              <a:ea typeface="Bebas Neue"/>
              <a:cs typeface="Bebas Neue"/>
              <a:sym typeface="Bebas Neue"/>
            </a:endParaRPr>
          </a:p>
        </p:txBody>
      </p:sp>
      <p:sp>
        <p:nvSpPr>
          <p:cNvPr id="671" name="Google Shape;671;p40">
            <a:hlinkClick r:id="" action="ppaction://noaction"/>
          </p:cNvPr>
          <p:cNvSpPr txBox="1"/>
          <p:nvPr/>
        </p:nvSpPr>
        <p:spPr>
          <a:xfrm>
            <a:off x="2113410" y="275775"/>
            <a:ext cx="522000" cy="2148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000">
                <a:solidFill>
                  <a:schemeClr val="dk1"/>
                </a:solidFill>
                <a:latin typeface="Bebas Neue"/>
                <a:ea typeface="Bebas Neue"/>
                <a:cs typeface="Bebas Neue"/>
                <a:sym typeface="Bebas Neue"/>
              </a:rPr>
              <a:t>CONTACT</a:t>
            </a:r>
            <a:endParaRPr sz="1000">
              <a:solidFill>
                <a:schemeClr val="dk1"/>
              </a:solidFill>
              <a:latin typeface="Bebas Neue"/>
              <a:ea typeface="Bebas Neue"/>
              <a:cs typeface="Bebas Neue"/>
              <a:sym typeface="Bebas Neue"/>
            </a:endParaRPr>
          </a:p>
        </p:txBody>
      </p:sp>
      <p:grpSp>
        <p:nvGrpSpPr>
          <p:cNvPr id="672" name="Google Shape;672;p40"/>
          <p:cNvGrpSpPr/>
          <p:nvPr/>
        </p:nvGrpSpPr>
        <p:grpSpPr>
          <a:xfrm>
            <a:off x="706038" y="312972"/>
            <a:ext cx="140222" cy="140409"/>
            <a:chOff x="2741000" y="199475"/>
            <a:chExt cx="191953" cy="192210"/>
          </a:xfrm>
        </p:grpSpPr>
        <p:sp>
          <p:nvSpPr>
            <p:cNvPr id="673" name="Google Shape;673;p40"/>
            <p:cNvSpPr/>
            <p:nvPr/>
          </p:nvSpPr>
          <p:spPr>
            <a:xfrm>
              <a:off x="2741000"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40"/>
            <p:cNvSpPr/>
            <p:nvPr/>
          </p:nvSpPr>
          <p:spPr>
            <a:xfrm>
              <a:off x="2741000"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40"/>
            <p:cNvSpPr/>
            <p:nvPr/>
          </p:nvSpPr>
          <p:spPr>
            <a:xfrm>
              <a:off x="2741000"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40"/>
            <p:cNvSpPr/>
            <p:nvPr/>
          </p:nvSpPr>
          <p:spPr>
            <a:xfrm>
              <a:off x="2815215"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40"/>
            <p:cNvSpPr/>
            <p:nvPr/>
          </p:nvSpPr>
          <p:spPr>
            <a:xfrm>
              <a:off x="2815215"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40"/>
            <p:cNvSpPr/>
            <p:nvPr/>
          </p:nvSpPr>
          <p:spPr>
            <a:xfrm>
              <a:off x="2815215"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40"/>
            <p:cNvSpPr/>
            <p:nvPr/>
          </p:nvSpPr>
          <p:spPr>
            <a:xfrm>
              <a:off x="2889453" y="19947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40"/>
            <p:cNvSpPr/>
            <p:nvPr/>
          </p:nvSpPr>
          <p:spPr>
            <a:xfrm>
              <a:off x="2889453" y="273830"/>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40"/>
            <p:cNvSpPr/>
            <p:nvPr/>
          </p:nvSpPr>
          <p:spPr>
            <a:xfrm>
              <a:off x="2889453" y="348185"/>
              <a:ext cx="43500" cy="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2" name="Google Shape;682;p40">
            <a:hlinkClick r:id="rId4" action="ppaction://hlinksldjump"/>
          </p:cNvPr>
          <p:cNvSpPr/>
          <p:nvPr/>
        </p:nvSpPr>
        <p:spPr>
          <a:xfrm>
            <a:off x="669500" y="276525"/>
            <a:ext cx="213300" cy="21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Titre 5">
            <a:extLst>
              <a:ext uri="{FF2B5EF4-FFF2-40B4-BE49-F238E27FC236}">
                <a16:creationId xmlns:a16="http://schemas.microsoft.com/office/drawing/2014/main" id="{AC4B838D-231D-42ED-BCB2-D57701B2CA9D}"/>
              </a:ext>
            </a:extLst>
          </p:cNvPr>
          <p:cNvSpPr>
            <a:spLocks noGrp="1"/>
          </p:cNvSpPr>
          <p:nvPr>
            <p:ph type="title"/>
          </p:nvPr>
        </p:nvSpPr>
        <p:spPr>
          <a:xfrm>
            <a:off x="1204956" y="1580710"/>
            <a:ext cx="4445400" cy="1740900"/>
          </a:xfrm>
        </p:spPr>
        <p:txBody>
          <a:bodyPr/>
          <a:lstStyle/>
          <a:p>
            <a:r>
              <a:rPr lang="en" dirty="0"/>
              <a:t>THANKS!</a:t>
            </a:r>
            <a:endParaRPr lang="fr-FR" dirty="0"/>
          </a:p>
        </p:txBody>
      </p:sp>
      <p:grpSp>
        <p:nvGrpSpPr>
          <p:cNvPr id="44" name="Google Shape;2274;p68">
            <a:extLst>
              <a:ext uri="{FF2B5EF4-FFF2-40B4-BE49-F238E27FC236}">
                <a16:creationId xmlns:a16="http://schemas.microsoft.com/office/drawing/2014/main" id="{50C680C6-6B33-4D61-BE5D-80939096A23A}"/>
              </a:ext>
            </a:extLst>
          </p:cNvPr>
          <p:cNvGrpSpPr/>
          <p:nvPr/>
        </p:nvGrpSpPr>
        <p:grpSpPr>
          <a:xfrm>
            <a:off x="4572000" y="1036558"/>
            <a:ext cx="3369676" cy="3605166"/>
            <a:chOff x="5419191" y="718476"/>
            <a:chExt cx="3369676" cy="3605166"/>
          </a:xfrm>
        </p:grpSpPr>
        <p:grpSp>
          <p:nvGrpSpPr>
            <p:cNvPr id="45" name="Google Shape;2275;p68">
              <a:extLst>
                <a:ext uri="{FF2B5EF4-FFF2-40B4-BE49-F238E27FC236}">
                  <a16:creationId xmlns:a16="http://schemas.microsoft.com/office/drawing/2014/main" id="{1EC7C573-BD8E-4BA2-8184-074CAC205EE0}"/>
                </a:ext>
              </a:extLst>
            </p:cNvPr>
            <p:cNvGrpSpPr/>
            <p:nvPr/>
          </p:nvGrpSpPr>
          <p:grpSpPr>
            <a:xfrm flipH="1">
              <a:off x="7684431" y="3475491"/>
              <a:ext cx="953591" cy="334099"/>
              <a:chOff x="2271950" y="2722775"/>
              <a:chExt cx="575875" cy="201775"/>
            </a:xfrm>
          </p:grpSpPr>
          <p:sp>
            <p:nvSpPr>
              <p:cNvPr id="78" name="Google Shape;2276;p68">
                <a:extLst>
                  <a:ext uri="{FF2B5EF4-FFF2-40B4-BE49-F238E27FC236}">
                    <a16:creationId xmlns:a16="http://schemas.microsoft.com/office/drawing/2014/main" id="{809BB61B-50EF-4665-824A-0F1D53F8BAC9}"/>
                  </a:ext>
                </a:extLst>
              </p:cNvPr>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2277;p68">
                <a:extLst>
                  <a:ext uri="{FF2B5EF4-FFF2-40B4-BE49-F238E27FC236}">
                    <a16:creationId xmlns:a16="http://schemas.microsoft.com/office/drawing/2014/main" id="{84248F7A-8A81-49CD-869E-238D64B54D11}"/>
                  </a:ext>
                </a:extLst>
              </p:cNvPr>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2278;p68">
                <a:extLst>
                  <a:ext uri="{FF2B5EF4-FFF2-40B4-BE49-F238E27FC236}">
                    <a16:creationId xmlns:a16="http://schemas.microsoft.com/office/drawing/2014/main" id="{C93CF410-5349-4C0C-BB23-9AC1FCB7B383}"/>
                  </a:ext>
                </a:extLst>
              </p:cNvPr>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2279;p68">
                <a:extLst>
                  <a:ext uri="{FF2B5EF4-FFF2-40B4-BE49-F238E27FC236}">
                    <a16:creationId xmlns:a16="http://schemas.microsoft.com/office/drawing/2014/main" id="{EF4DEDB0-32DE-4EDF-98A6-F6E4AEF3B5AC}"/>
                  </a:ext>
                </a:extLst>
              </p:cNvPr>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2280;p68">
                <a:extLst>
                  <a:ext uri="{FF2B5EF4-FFF2-40B4-BE49-F238E27FC236}">
                    <a16:creationId xmlns:a16="http://schemas.microsoft.com/office/drawing/2014/main" id="{602862E2-A2C1-4918-AB05-352530C30318}"/>
                  </a:ext>
                </a:extLst>
              </p:cNvPr>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2281;p68">
              <a:extLst>
                <a:ext uri="{FF2B5EF4-FFF2-40B4-BE49-F238E27FC236}">
                  <a16:creationId xmlns:a16="http://schemas.microsoft.com/office/drawing/2014/main" id="{99C83380-3C36-421D-BB79-779C12F7A9F8}"/>
                </a:ext>
              </a:extLst>
            </p:cNvPr>
            <p:cNvSpPr/>
            <p:nvPr/>
          </p:nvSpPr>
          <p:spPr>
            <a:xfrm>
              <a:off x="6442058" y="3748623"/>
              <a:ext cx="517858" cy="491540"/>
            </a:xfrm>
            <a:custGeom>
              <a:avLst/>
              <a:gdLst/>
              <a:ahLst/>
              <a:cxnLst/>
              <a:rect l="l" t="t" r="r" b="b"/>
              <a:pathLst>
                <a:path w="12613" h="11972" extrusionOk="0">
                  <a:moveTo>
                    <a:pt x="6823" y="428"/>
                  </a:moveTo>
                  <a:lnTo>
                    <a:pt x="8266" y="3350"/>
                  </a:lnTo>
                  <a:cubicBezTo>
                    <a:pt x="8355" y="3528"/>
                    <a:pt x="8515" y="3653"/>
                    <a:pt x="8711" y="3670"/>
                  </a:cubicBezTo>
                  <a:lnTo>
                    <a:pt x="11936" y="4134"/>
                  </a:lnTo>
                  <a:cubicBezTo>
                    <a:pt x="12417" y="4205"/>
                    <a:pt x="12613" y="4793"/>
                    <a:pt x="12256" y="5131"/>
                  </a:cubicBezTo>
                  <a:lnTo>
                    <a:pt x="9923" y="7411"/>
                  </a:lnTo>
                  <a:cubicBezTo>
                    <a:pt x="9798" y="7536"/>
                    <a:pt x="9727" y="7732"/>
                    <a:pt x="9762" y="7928"/>
                  </a:cubicBezTo>
                  <a:lnTo>
                    <a:pt x="10315" y="11135"/>
                  </a:lnTo>
                  <a:cubicBezTo>
                    <a:pt x="10386" y="11616"/>
                    <a:pt x="9887" y="11972"/>
                    <a:pt x="9477" y="11740"/>
                  </a:cubicBezTo>
                  <a:lnTo>
                    <a:pt x="6574" y="10226"/>
                  </a:lnTo>
                  <a:cubicBezTo>
                    <a:pt x="6395" y="10137"/>
                    <a:pt x="6200" y="10137"/>
                    <a:pt x="6039" y="10226"/>
                  </a:cubicBezTo>
                  <a:lnTo>
                    <a:pt x="3135" y="11740"/>
                  </a:lnTo>
                  <a:cubicBezTo>
                    <a:pt x="2708" y="11972"/>
                    <a:pt x="2209" y="11616"/>
                    <a:pt x="2298" y="11135"/>
                  </a:cubicBezTo>
                  <a:lnTo>
                    <a:pt x="2850" y="7928"/>
                  </a:lnTo>
                  <a:cubicBezTo>
                    <a:pt x="2886" y="7732"/>
                    <a:pt x="2815" y="7536"/>
                    <a:pt x="2672" y="7411"/>
                  </a:cubicBezTo>
                  <a:lnTo>
                    <a:pt x="339" y="5131"/>
                  </a:lnTo>
                  <a:cubicBezTo>
                    <a:pt x="0" y="4793"/>
                    <a:pt x="196" y="4205"/>
                    <a:pt x="659" y="4134"/>
                  </a:cubicBezTo>
                  <a:lnTo>
                    <a:pt x="3901" y="3670"/>
                  </a:lnTo>
                  <a:cubicBezTo>
                    <a:pt x="4080" y="3653"/>
                    <a:pt x="4258" y="3528"/>
                    <a:pt x="4347" y="3350"/>
                  </a:cubicBezTo>
                  <a:lnTo>
                    <a:pt x="5790" y="428"/>
                  </a:lnTo>
                  <a:cubicBezTo>
                    <a:pt x="6004" y="1"/>
                    <a:pt x="6609" y="1"/>
                    <a:pt x="6823" y="428"/>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 name="Google Shape;2282;p68">
              <a:extLst>
                <a:ext uri="{FF2B5EF4-FFF2-40B4-BE49-F238E27FC236}">
                  <a16:creationId xmlns:a16="http://schemas.microsoft.com/office/drawing/2014/main" id="{62343621-80F6-487A-998F-5500752BEBA5}"/>
                </a:ext>
              </a:extLst>
            </p:cNvPr>
            <p:cNvGrpSpPr/>
            <p:nvPr/>
          </p:nvGrpSpPr>
          <p:grpSpPr>
            <a:xfrm flipH="1">
              <a:off x="5419191" y="1974291"/>
              <a:ext cx="858975" cy="300968"/>
              <a:chOff x="2271950" y="2722775"/>
              <a:chExt cx="575875" cy="201775"/>
            </a:xfrm>
          </p:grpSpPr>
          <p:sp>
            <p:nvSpPr>
              <p:cNvPr id="73" name="Google Shape;2283;p68">
                <a:extLst>
                  <a:ext uri="{FF2B5EF4-FFF2-40B4-BE49-F238E27FC236}">
                    <a16:creationId xmlns:a16="http://schemas.microsoft.com/office/drawing/2014/main" id="{20A18994-E10D-48DC-8078-70BC3523CB2E}"/>
                  </a:ext>
                </a:extLst>
              </p:cNvPr>
              <p:cNvSpPr/>
              <p:nvPr/>
            </p:nvSpPr>
            <p:spPr>
              <a:xfrm>
                <a:off x="2562325" y="2722775"/>
                <a:ext cx="285500" cy="201775"/>
              </a:xfrm>
              <a:custGeom>
                <a:avLst/>
                <a:gdLst/>
                <a:ahLst/>
                <a:cxnLst/>
                <a:rect l="l" t="t" r="r" b="b"/>
                <a:pathLst>
                  <a:path w="11420" h="8071" fill="none" extrusionOk="0">
                    <a:moveTo>
                      <a:pt x="0" y="0"/>
                    </a:moveTo>
                    <a:cubicBezTo>
                      <a:pt x="2280" y="0"/>
                      <a:pt x="4240" y="1639"/>
                      <a:pt x="4668" y="3884"/>
                    </a:cubicBezTo>
                    <a:cubicBezTo>
                      <a:pt x="6395" y="3403"/>
                      <a:pt x="8177" y="4418"/>
                      <a:pt x="8640" y="6164"/>
                    </a:cubicBezTo>
                    <a:cubicBezTo>
                      <a:pt x="9976" y="5594"/>
                      <a:pt x="11419" y="6645"/>
                      <a:pt x="11294" y="8070"/>
                    </a:cubicBezTo>
                    <a:lnTo>
                      <a:pt x="8444" y="8070"/>
                    </a:ln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2284;p68">
                <a:extLst>
                  <a:ext uri="{FF2B5EF4-FFF2-40B4-BE49-F238E27FC236}">
                    <a16:creationId xmlns:a16="http://schemas.microsoft.com/office/drawing/2014/main" id="{D4A1F340-62A3-4771-A85F-7502F728E032}"/>
                  </a:ext>
                </a:extLst>
              </p:cNvPr>
              <p:cNvSpPr/>
              <p:nvPr/>
            </p:nvSpPr>
            <p:spPr>
              <a:xfrm>
                <a:off x="2501750" y="2722775"/>
                <a:ext cx="36100" cy="13375"/>
              </a:xfrm>
              <a:custGeom>
                <a:avLst/>
                <a:gdLst/>
                <a:ahLst/>
                <a:cxnLst/>
                <a:rect l="l" t="t" r="r" b="b"/>
                <a:pathLst>
                  <a:path w="1444" h="535" fill="none" extrusionOk="0">
                    <a:moveTo>
                      <a:pt x="1443" y="0"/>
                    </a:moveTo>
                    <a:cubicBezTo>
                      <a:pt x="1443" y="0"/>
                      <a:pt x="428" y="107"/>
                      <a:pt x="0" y="535"/>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2285;p68">
                <a:extLst>
                  <a:ext uri="{FF2B5EF4-FFF2-40B4-BE49-F238E27FC236}">
                    <a16:creationId xmlns:a16="http://schemas.microsoft.com/office/drawing/2014/main" id="{F5507CD4-5821-4986-AFA8-470EEDD6BF54}"/>
                  </a:ext>
                </a:extLst>
              </p:cNvPr>
              <p:cNvSpPr/>
              <p:nvPr/>
            </p:nvSpPr>
            <p:spPr>
              <a:xfrm>
                <a:off x="2271950" y="2870625"/>
                <a:ext cx="477450" cy="53475"/>
              </a:xfrm>
              <a:custGeom>
                <a:avLst/>
                <a:gdLst/>
                <a:ahLst/>
                <a:cxnLst/>
                <a:rect l="l" t="t" r="r" b="b"/>
                <a:pathLst>
                  <a:path w="19098" h="2139" fill="none" extrusionOk="0">
                    <a:moveTo>
                      <a:pt x="19097" y="2138"/>
                    </a:moveTo>
                    <a:lnTo>
                      <a:pt x="0" y="2138"/>
                    </a:lnTo>
                    <a:cubicBezTo>
                      <a:pt x="0" y="2138"/>
                      <a:pt x="374" y="1"/>
                      <a:pt x="2476" y="179"/>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2286;p68">
                <a:extLst>
                  <a:ext uri="{FF2B5EF4-FFF2-40B4-BE49-F238E27FC236}">
                    <a16:creationId xmlns:a16="http://schemas.microsoft.com/office/drawing/2014/main" id="{2FB7612D-BDA7-4D38-9A0F-F480B77D8BCC}"/>
                  </a:ext>
                </a:extLst>
              </p:cNvPr>
              <p:cNvSpPr/>
              <p:nvPr/>
            </p:nvSpPr>
            <p:spPr>
              <a:xfrm>
                <a:off x="2709725" y="2836775"/>
                <a:ext cx="39675" cy="20950"/>
              </a:xfrm>
              <a:custGeom>
                <a:avLst/>
                <a:gdLst/>
                <a:ahLst/>
                <a:cxnLst/>
                <a:rect l="l" t="t" r="r" b="b"/>
                <a:pathLst>
                  <a:path w="1587" h="838" fill="none" extrusionOk="0">
                    <a:moveTo>
                      <a:pt x="1" y="1"/>
                    </a:moveTo>
                    <a:cubicBezTo>
                      <a:pt x="1" y="1"/>
                      <a:pt x="1159" y="108"/>
                      <a:pt x="1586" y="838"/>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2287;p68">
                <a:extLst>
                  <a:ext uri="{FF2B5EF4-FFF2-40B4-BE49-F238E27FC236}">
                    <a16:creationId xmlns:a16="http://schemas.microsoft.com/office/drawing/2014/main" id="{F209D266-44FD-4B6B-9438-A411BC46FB23}"/>
                  </a:ext>
                </a:extLst>
              </p:cNvPr>
              <p:cNvSpPr/>
              <p:nvPr/>
            </p:nvSpPr>
            <p:spPr>
              <a:xfrm>
                <a:off x="2375275" y="2798475"/>
                <a:ext cx="85075" cy="27200"/>
              </a:xfrm>
              <a:custGeom>
                <a:avLst/>
                <a:gdLst/>
                <a:ahLst/>
                <a:cxnLst/>
                <a:rect l="l" t="t" r="r" b="b"/>
                <a:pathLst>
                  <a:path w="3403" h="1088" fill="none" extrusionOk="0">
                    <a:moveTo>
                      <a:pt x="3403" y="357"/>
                    </a:moveTo>
                    <a:cubicBezTo>
                      <a:pt x="3403" y="357"/>
                      <a:pt x="1301" y="1"/>
                      <a:pt x="0" y="1087"/>
                    </a:cubicBezTo>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 name="Google Shape;2288;p68">
              <a:extLst>
                <a:ext uri="{FF2B5EF4-FFF2-40B4-BE49-F238E27FC236}">
                  <a16:creationId xmlns:a16="http://schemas.microsoft.com/office/drawing/2014/main" id="{908809CB-83B4-4953-83DA-4D99D01FE644}"/>
                </a:ext>
              </a:extLst>
            </p:cNvPr>
            <p:cNvGrpSpPr/>
            <p:nvPr/>
          </p:nvGrpSpPr>
          <p:grpSpPr>
            <a:xfrm>
              <a:off x="7039690" y="2776447"/>
              <a:ext cx="1068760" cy="1547196"/>
              <a:chOff x="-1602050" y="2114015"/>
              <a:chExt cx="1213397" cy="1756580"/>
            </a:xfrm>
          </p:grpSpPr>
          <p:sp>
            <p:nvSpPr>
              <p:cNvPr id="67" name="Google Shape;2289;p68">
                <a:extLst>
                  <a:ext uri="{FF2B5EF4-FFF2-40B4-BE49-F238E27FC236}">
                    <a16:creationId xmlns:a16="http://schemas.microsoft.com/office/drawing/2014/main" id="{C4B8EF34-AF3D-42A3-B9D1-8DC516F0F8B7}"/>
                  </a:ext>
                </a:extLst>
              </p:cNvPr>
              <p:cNvSpPr/>
              <p:nvPr/>
            </p:nvSpPr>
            <p:spPr>
              <a:xfrm>
                <a:off x="-1558850" y="2221743"/>
                <a:ext cx="1102450" cy="1102450"/>
              </a:xfrm>
              <a:custGeom>
                <a:avLst/>
                <a:gdLst/>
                <a:ahLst/>
                <a:cxnLst/>
                <a:rect l="l" t="t" r="r" b="b"/>
                <a:pathLst>
                  <a:path w="30446" h="30446" extrusionOk="0">
                    <a:moveTo>
                      <a:pt x="26455" y="7981"/>
                    </a:moveTo>
                    <a:cubicBezTo>
                      <a:pt x="30446" y="14199"/>
                      <a:pt x="28664" y="22465"/>
                      <a:pt x="22465" y="26455"/>
                    </a:cubicBezTo>
                    <a:cubicBezTo>
                      <a:pt x="16247" y="30445"/>
                      <a:pt x="7982" y="28646"/>
                      <a:pt x="3991" y="22447"/>
                    </a:cubicBezTo>
                    <a:cubicBezTo>
                      <a:pt x="1" y="16247"/>
                      <a:pt x="1800" y="7981"/>
                      <a:pt x="7999" y="3991"/>
                    </a:cubicBezTo>
                    <a:cubicBezTo>
                      <a:pt x="14199" y="1"/>
                      <a:pt x="22465" y="1782"/>
                      <a:pt x="26455" y="7981"/>
                    </a:cubicBezTo>
                    <a:close/>
                  </a:path>
                </a:pathLst>
              </a:custGeom>
              <a:gradFill>
                <a:gsLst>
                  <a:gs pos="0">
                    <a:schemeClr val="dk2"/>
                  </a:gs>
                  <a:gs pos="100000">
                    <a:schemeClr val="lt1"/>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2290;p68">
                <a:extLst>
                  <a:ext uri="{FF2B5EF4-FFF2-40B4-BE49-F238E27FC236}">
                    <a16:creationId xmlns:a16="http://schemas.microsoft.com/office/drawing/2014/main" id="{11EF7907-03D0-4635-98C2-518732E3A16B}"/>
                  </a:ext>
                </a:extLst>
              </p:cNvPr>
              <p:cNvSpPr/>
              <p:nvPr/>
            </p:nvSpPr>
            <p:spPr>
              <a:xfrm>
                <a:off x="-805409" y="3226126"/>
                <a:ext cx="163235" cy="217405"/>
              </a:xfrm>
              <a:custGeom>
                <a:avLst/>
                <a:gdLst/>
                <a:ahLst/>
                <a:cxnLst/>
                <a:rect l="l" t="t" r="r" b="b"/>
                <a:pathLst>
                  <a:path w="4508" h="6004" extrusionOk="0">
                    <a:moveTo>
                      <a:pt x="1" y="1016"/>
                    </a:moveTo>
                    <a:lnTo>
                      <a:pt x="2050" y="1"/>
                    </a:lnTo>
                    <a:lnTo>
                      <a:pt x="4508" y="5006"/>
                    </a:lnTo>
                    <a:lnTo>
                      <a:pt x="2477" y="6004"/>
                    </a:ln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2291;p68">
                <a:extLst>
                  <a:ext uri="{FF2B5EF4-FFF2-40B4-BE49-F238E27FC236}">
                    <a16:creationId xmlns:a16="http://schemas.microsoft.com/office/drawing/2014/main" id="{CCDB4F38-7265-4938-8645-EF2168B84EA4}"/>
                  </a:ext>
                </a:extLst>
              </p:cNvPr>
              <p:cNvSpPr/>
              <p:nvPr/>
            </p:nvSpPr>
            <p:spPr>
              <a:xfrm>
                <a:off x="-780243" y="3350619"/>
                <a:ext cx="382559" cy="519976"/>
              </a:xfrm>
              <a:custGeom>
                <a:avLst/>
                <a:gdLst/>
                <a:ahLst/>
                <a:cxnLst/>
                <a:rect l="l" t="t" r="r" b="b"/>
                <a:pathLst>
                  <a:path w="10565" h="14360" extrusionOk="0">
                    <a:moveTo>
                      <a:pt x="1426" y="1266"/>
                    </a:moveTo>
                    <a:lnTo>
                      <a:pt x="2994" y="500"/>
                    </a:lnTo>
                    <a:cubicBezTo>
                      <a:pt x="3973" y="1"/>
                      <a:pt x="5185" y="410"/>
                      <a:pt x="5666" y="1408"/>
                    </a:cubicBezTo>
                    <a:lnTo>
                      <a:pt x="9977" y="10119"/>
                    </a:lnTo>
                    <a:cubicBezTo>
                      <a:pt x="10565" y="11313"/>
                      <a:pt x="10084" y="12774"/>
                      <a:pt x="8872" y="13361"/>
                    </a:cubicBezTo>
                    <a:lnTo>
                      <a:pt x="8053" y="13771"/>
                    </a:lnTo>
                    <a:cubicBezTo>
                      <a:pt x="6859" y="14359"/>
                      <a:pt x="5398" y="13878"/>
                      <a:pt x="4811" y="12667"/>
                    </a:cubicBezTo>
                    <a:lnTo>
                      <a:pt x="500" y="3956"/>
                    </a:lnTo>
                    <a:cubicBezTo>
                      <a:pt x="1" y="2958"/>
                      <a:pt x="410" y="1747"/>
                      <a:pt x="1426" y="1266"/>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2292;p68">
                <a:extLst>
                  <a:ext uri="{FF2B5EF4-FFF2-40B4-BE49-F238E27FC236}">
                    <a16:creationId xmlns:a16="http://schemas.microsoft.com/office/drawing/2014/main" id="{F21F0B1A-0A5E-428F-82DE-C181587A8EB2}"/>
                  </a:ext>
                </a:extLst>
              </p:cNvPr>
              <p:cNvSpPr/>
              <p:nvPr/>
            </p:nvSpPr>
            <p:spPr>
              <a:xfrm>
                <a:off x="-1602050" y="2114015"/>
                <a:ext cx="1213397" cy="1281762"/>
              </a:xfrm>
              <a:custGeom>
                <a:avLst/>
                <a:gdLst/>
                <a:ahLst/>
                <a:cxnLst/>
                <a:rect l="l" t="t" r="r" b="b"/>
                <a:pathLst>
                  <a:path w="33510" h="35398" extrusionOk="0">
                    <a:moveTo>
                      <a:pt x="9282" y="3902"/>
                    </a:moveTo>
                    <a:cubicBezTo>
                      <a:pt x="3492" y="6770"/>
                      <a:pt x="0" y="12827"/>
                      <a:pt x="428" y="19258"/>
                    </a:cubicBezTo>
                    <a:cubicBezTo>
                      <a:pt x="855" y="25707"/>
                      <a:pt x="5113" y="31247"/>
                      <a:pt x="11223" y="33331"/>
                    </a:cubicBezTo>
                    <a:cubicBezTo>
                      <a:pt x="17334" y="35398"/>
                      <a:pt x="24103" y="33581"/>
                      <a:pt x="28343" y="28735"/>
                    </a:cubicBezTo>
                    <a:cubicBezTo>
                      <a:pt x="32600" y="23872"/>
                      <a:pt x="33509" y="16942"/>
                      <a:pt x="30659" y="11152"/>
                    </a:cubicBezTo>
                    <a:cubicBezTo>
                      <a:pt x="26757" y="3243"/>
                      <a:pt x="17191" y="1"/>
                      <a:pt x="9282" y="3902"/>
                    </a:cubicBezTo>
                    <a:close/>
                    <a:moveTo>
                      <a:pt x="21467" y="28593"/>
                    </a:moveTo>
                    <a:cubicBezTo>
                      <a:pt x="17262" y="30677"/>
                      <a:pt x="12221" y="30018"/>
                      <a:pt x="8711" y="26918"/>
                    </a:cubicBezTo>
                    <a:cubicBezTo>
                      <a:pt x="5184" y="23836"/>
                      <a:pt x="3866" y="18937"/>
                      <a:pt x="5380" y="14502"/>
                    </a:cubicBezTo>
                    <a:cubicBezTo>
                      <a:pt x="6877" y="10066"/>
                      <a:pt x="10903" y="6966"/>
                      <a:pt x="15570" y="6663"/>
                    </a:cubicBezTo>
                    <a:cubicBezTo>
                      <a:pt x="20255" y="6360"/>
                      <a:pt x="24655" y="8890"/>
                      <a:pt x="26722" y="13094"/>
                    </a:cubicBezTo>
                    <a:cubicBezTo>
                      <a:pt x="29554" y="18830"/>
                      <a:pt x="27203" y="25760"/>
                      <a:pt x="21467" y="28593"/>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2293;p68">
                <a:extLst>
                  <a:ext uri="{FF2B5EF4-FFF2-40B4-BE49-F238E27FC236}">
                    <a16:creationId xmlns:a16="http://schemas.microsoft.com/office/drawing/2014/main" id="{983FA5EF-3587-47DE-9D87-9FF62B81921C}"/>
                  </a:ext>
                </a:extLst>
              </p:cNvPr>
              <p:cNvSpPr/>
              <p:nvPr/>
            </p:nvSpPr>
            <p:spPr>
              <a:xfrm>
                <a:off x="-1131163" y="2548148"/>
                <a:ext cx="221316" cy="221279"/>
              </a:xfrm>
              <a:custGeom>
                <a:avLst/>
                <a:gdLst/>
                <a:ahLst/>
                <a:cxnLst/>
                <a:rect l="l" t="t" r="r" b="b"/>
                <a:pathLst>
                  <a:path w="6112" h="6111" fill="none" extrusionOk="0">
                    <a:moveTo>
                      <a:pt x="3047" y="6111"/>
                    </a:moveTo>
                    <a:lnTo>
                      <a:pt x="3047" y="6111"/>
                    </a:lnTo>
                    <a:cubicBezTo>
                      <a:pt x="1372" y="6093"/>
                      <a:pt x="1" y="4739"/>
                      <a:pt x="1" y="3047"/>
                    </a:cubicBezTo>
                    <a:lnTo>
                      <a:pt x="1" y="3047"/>
                    </a:lnTo>
                    <a:cubicBezTo>
                      <a:pt x="1" y="1372"/>
                      <a:pt x="1372" y="1"/>
                      <a:pt x="3047" y="1"/>
                    </a:cubicBezTo>
                    <a:lnTo>
                      <a:pt x="3047" y="1"/>
                    </a:lnTo>
                    <a:cubicBezTo>
                      <a:pt x="4739" y="1"/>
                      <a:pt x="6093" y="1372"/>
                      <a:pt x="6111" y="3047"/>
                    </a:cubicBezTo>
                    <a:lnTo>
                      <a:pt x="6111" y="3047"/>
                    </a:lnTo>
                    <a:cubicBezTo>
                      <a:pt x="6093" y="4739"/>
                      <a:pt x="4739" y="6093"/>
                      <a:pt x="3047" y="611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2294;p68">
                <a:extLst>
                  <a:ext uri="{FF2B5EF4-FFF2-40B4-BE49-F238E27FC236}">
                    <a16:creationId xmlns:a16="http://schemas.microsoft.com/office/drawing/2014/main" id="{58D522FB-7423-4C7A-9008-2906B795781B}"/>
                  </a:ext>
                </a:extLst>
              </p:cNvPr>
              <p:cNvSpPr/>
              <p:nvPr/>
            </p:nvSpPr>
            <p:spPr>
              <a:xfrm>
                <a:off x="-1259531" y="2811981"/>
                <a:ext cx="476741" cy="120036"/>
              </a:xfrm>
              <a:custGeom>
                <a:avLst/>
                <a:gdLst/>
                <a:ahLst/>
                <a:cxnLst/>
                <a:rect l="l" t="t" r="r" b="b"/>
                <a:pathLst>
                  <a:path w="13166" h="3315" fill="none" extrusionOk="0">
                    <a:moveTo>
                      <a:pt x="13165" y="3314"/>
                    </a:moveTo>
                    <a:cubicBezTo>
                      <a:pt x="13165" y="1479"/>
                      <a:pt x="11687" y="1"/>
                      <a:pt x="9870" y="1"/>
                    </a:cubicBezTo>
                    <a:lnTo>
                      <a:pt x="3314" y="1"/>
                    </a:lnTo>
                    <a:cubicBezTo>
                      <a:pt x="1497" y="1"/>
                      <a:pt x="18" y="1479"/>
                      <a:pt x="1" y="3314"/>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 name="Google Shape;2295;p68">
              <a:extLst>
                <a:ext uri="{FF2B5EF4-FFF2-40B4-BE49-F238E27FC236}">
                  <a16:creationId xmlns:a16="http://schemas.microsoft.com/office/drawing/2014/main" id="{3CA5AA61-0802-40DA-A049-D49DDD5E1EFF}"/>
                </a:ext>
              </a:extLst>
            </p:cNvPr>
            <p:cNvSpPr/>
            <p:nvPr/>
          </p:nvSpPr>
          <p:spPr>
            <a:xfrm flipH="1">
              <a:off x="6399344" y="3172643"/>
              <a:ext cx="140247" cy="141086"/>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296;p68">
              <a:extLst>
                <a:ext uri="{FF2B5EF4-FFF2-40B4-BE49-F238E27FC236}">
                  <a16:creationId xmlns:a16="http://schemas.microsoft.com/office/drawing/2014/main" id="{9511BF48-3F46-4087-AFAE-5537D22D91AD}"/>
                </a:ext>
              </a:extLst>
            </p:cNvPr>
            <p:cNvSpPr/>
            <p:nvPr/>
          </p:nvSpPr>
          <p:spPr>
            <a:xfrm flipH="1">
              <a:off x="7316613" y="1627301"/>
              <a:ext cx="262479" cy="262448"/>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297;p68">
              <a:extLst>
                <a:ext uri="{FF2B5EF4-FFF2-40B4-BE49-F238E27FC236}">
                  <a16:creationId xmlns:a16="http://schemas.microsoft.com/office/drawing/2014/main" id="{DC2595A2-7938-4E55-A72D-F239BAABE764}"/>
                </a:ext>
              </a:extLst>
            </p:cNvPr>
            <p:cNvSpPr/>
            <p:nvPr/>
          </p:nvSpPr>
          <p:spPr>
            <a:xfrm flipH="1">
              <a:off x="5741973" y="2834263"/>
              <a:ext cx="213431" cy="214685"/>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298;p68">
              <a:extLst>
                <a:ext uri="{FF2B5EF4-FFF2-40B4-BE49-F238E27FC236}">
                  <a16:creationId xmlns:a16="http://schemas.microsoft.com/office/drawing/2014/main" id="{0AC8E1FB-B8AB-49A9-BA34-3521EF8DC185}"/>
                </a:ext>
              </a:extLst>
            </p:cNvPr>
            <p:cNvSpPr/>
            <p:nvPr/>
          </p:nvSpPr>
          <p:spPr>
            <a:xfrm flipH="1">
              <a:off x="8681040" y="1077706"/>
              <a:ext cx="107827" cy="107819"/>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299;p68">
              <a:extLst>
                <a:ext uri="{FF2B5EF4-FFF2-40B4-BE49-F238E27FC236}">
                  <a16:creationId xmlns:a16="http://schemas.microsoft.com/office/drawing/2014/main" id="{415B9F5E-51BC-4BF1-B21B-C6BE3503B72D}"/>
                </a:ext>
              </a:extLst>
            </p:cNvPr>
            <p:cNvSpPr/>
            <p:nvPr/>
          </p:nvSpPr>
          <p:spPr>
            <a:xfrm flipH="1">
              <a:off x="5778570" y="3572430"/>
              <a:ext cx="140247" cy="140224"/>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300;p68">
              <a:extLst>
                <a:ext uri="{FF2B5EF4-FFF2-40B4-BE49-F238E27FC236}">
                  <a16:creationId xmlns:a16="http://schemas.microsoft.com/office/drawing/2014/main" id="{16F6AD07-13D8-401F-AF04-FBEBF9880141}"/>
                </a:ext>
              </a:extLst>
            </p:cNvPr>
            <p:cNvSpPr/>
            <p:nvPr/>
          </p:nvSpPr>
          <p:spPr>
            <a:xfrm flipH="1">
              <a:off x="5557224" y="1262628"/>
              <a:ext cx="416654" cy="491569"/>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301;p68">
              <a:extLst>
                <a:ext uri="{FF2B5EF4-FFF2-40B4-BE49-F238E27FC236}">
                  <a16:creationId xmlns:a16="http://schemas.microsoft.com/office/drawing/2014/main" id="{2FC9C30D-A124-416E-88D5-F66FA2544024}"/>
                </a:ext>
              </a:extLst>
            </p:cNvPr>
            <p:cNvSpPr/>
            <p:nvPr/>
          </p:nvSpPr>
          <p:spPr>
            <a:xfrm rot="1685758" flipH="1">
              <a:off x="6889728" y="2844759"/>
              <a:ext cx="59549" cy="60168"/>
            </a:xfrm>
            <a:custGeom>
              <a:avLst/>
              <a:gdLst/>
              <a:ahLst/>
              <a:cxnLst/>
              <a:rect l="l" t="t" r="r" b="b"/>
              <a:pathLst>
                <a:path w="1729" h="1747" fill="none" extrusionOk="0">
                  <a:moveTo>
                    <a:pt x="1729" y="749"/>
                  </a:moveTo>
                  <a:cubicBezTo>
                    <a:pt x="1729" y="1408"/>
                    <a:pt x="927" y="1746"/>
                    <a:pt x="464" y="1265"/>
                  </a:cubicBezTo>
                  <a:cubicBezTo>
                    <a:pt x="1" y="802"/>
                    <a:pt x="322" y="1"/>
                    <a:pt x="998" y="1"/>
                  </a:cubicBezTo>
                  <a:cubicBezTo>
                    <a:pt x="1408" y="1"/>
                    <a:pt x="1729" y="339"/>
                    <a:pt x="1729" y="749"/>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302;p68">
              <a:extLst>
                <a:ext uri="{FF2B5EF4-FFF2-40B4-BE49-F238E27FC236}">
                  <a16:creationId xmlns:a16="http://schemas.microsoft.com/office/drawing/2014/main" id="{733AB4C6-05FC-4197-A8C9-177B53B00D90}"/>
                </a:ext>
              </a:extLst>
            </p:cNvPr>
            <p:cNvSpPr/>
            <p:nvPr/>
          </p:nvSpPr>
          <p:spPr>
            <a:xfrm flipH="1">
              <a:off x="7997824" y="2239615"/>
              <a:ext cx="416654" cy="491569"/>
            </a:xfrm>
            <a:custGeom>
              <a:avLst/>
              <a:gdLst/>
              <a:ahLst/>
              <a:cxnLst/>
              <a:rect l="l" t="t" r="r" b="b"/>
              <a:pathLst>
                <a:path w="6040" h="7126" extrusionOk="0">
                  <a:moveTo>
                    <a:pt x="5844" y="2726"/>
                  </a:moveTo>
                  <a:lnTo>
                    <a:pt x="3225" y="107"/>
                  </a:lnTo>
                  <a:cubicBezTo>
                    <a:pt x="3118" y="0"/>
                    <a:pt x="2922" y="0"/>
                    <a:pt x="2815" y="107"/>
                  </a:cubicBezTo>
                  <a:lnTo>
                    <a:pt x="197" y="2726"/>
                  </a:lnTo>
                  <a:cubicBezTo>
                    <a:pt x="1" y="2922"/>
                    <a:pt x="143" y="3260"/>
                    <a:pt x="410" y="3242"/>
                  </a:cubicBezTo>
                  <a:lnTo>
                    <a:pt x="749" y="3242"/>
                  </a:lnTo>
                  <a:cubicBezTo>
                    <a:pt x="909" y="3242"/>
                    <a:pt x="1052" y="3367"/>
                    <a:pt x="1052" y="3545"/>
                  </a:cubicBezTo>
                  <a:lnTo>
                    <a:pt x="1052" y="6823"/>
                  </a:lnTo>
                  <a:cubicBezTo>
                    <a:pt x="1052" y="6983"/>
                    <a:pt x="1177" y="7126"/>
                    <a:pt x="1337" y="7126"/>
                  </a:cubicBezTo>
                  <a:lnTo>
                    <a:pt x="4722" y="7126"/>
                  </a:lnTo>
                  <a:cubicBezTo>
                    <a:pt x="4864" y="7108"/>
                    <a:pt x="4989" y="6983"/>
                    <a:pt x="4989" y="6823"/>
                  </a:cubicBezTo>
                  <a:lnTo>
                    <a:pt x="4989" y="3545"/>
                  </a:lnTo>
                  <a:cubicBezTo>
                    <a:pt x="4989" y="3367"/>
                    <a:pt x="5131" y="3242"/>
                    <a:pt x="5292" y="3242"/>
                  </a:cubicBezTo>
                  <a:lnTo>
                    <a:pt x="5630" y="3242"/>
                  </a:lnTo>
                  <a:cubicBezTo>
                    <a:pt x="5897" y="3242"/>
                    <a:pt x="6040" y="2922"/>
                    <a:pt x="5844" y="2726"/>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2303;p68">
              <a:extLst>
                <a:ext uri="{FF2B5EF4-FFF2-40B4-BE49-F238E27FC236}">
                  <a16:creationId xmlns:a16="http://schemas.microsoft.com/office/drawing/2014/main" id="{9C23A89C-2E65-4815-B23E-C74D60D7A34B}"/>
                </a:ext>
              </a:extLst>
            </p:cNvPr>
            <p:cNvSpPr/>
            <p:nvPr/>
          </p:nvSpPr>
          <p:spPr>
            <a:xfrm>
              <a:off x="7369100" y="2199275"/>
              <a:ext cx="315325" cy="299300"/>
            </a:xfrm>
            <a:custGeom>
              <a:avLst/>
              <a:gdLst/>
              <a:ahLst/>
              <a:cxnLst/>
              <a:rect l="l" t="t" r="r" b="b"/>
              <a:pathLst>
                <a:path w="12613" h="11972" extrusionOk="0">
                  <a:moveTo>
                    <a:pt x="6823" y="428"/>
                  </a:moveTo>
                  <a:lnTo>
                    <a:pt x="8266" y="3350"/>
                  </a:lnTo>
                  <a:cubicBezTo>
                    <a:pt x="8355" y="3528"/>
                    <a:pt x="8515" y="3653"/>
                    <a:pt x="8711" y="3670"/>
                  </a:cubicBezTo>
                  <a:lnTo>
                    <a:pt x="11936" y="4134"/>
                  </a:lnTo>
                  <a:cubicBezTo>
                    <a:pt x="12417" y="4205"/>
                    <a:pt x="12613" y="4793"/>
                    <a:pt x="12256" y="5131"/>
                  </a:cubicBezTo>
                  <a:lnTo>
                    <a:pt x="9923" y="7411"/>
                  </a:lnTo>
                  <a:cubicBezTo>
                    <a:pt x="9798" y="7536"/>
                    <a:pt x="9727" y="7732"/>
                    <a:pt x="9762" y="7928"/>
                  </a:cubicBezTo>
                  <a:lnTo>
                    <a:pt x="10315" y="11135"/>
                  </a:lnTo>
                  <a:cubicBezTo>
                    <a:pt x="10386" y="11616"/>
                    <a:pt x="9887" y="11972"/>
                    <a:pt x="9477" y="11740"/>
                  </a:cubicBezTo>
                  <a:lnTo>
                    <a:pt x="6574" y="10226"/>
                  </a:lnTo>
                  <a:cubicBezTo>
                    <a:pt x="6395" y="10137"/>
                    <a:pt x="6200" y="10137"/>
                    <a:pt x="6039" y="10226"/>
                  </a:cubicBezTo>
                  <a:lnTo>
                    <a:pt x="3135" y="11740"/>
                  </a:lnTo>
                  <a:cubicBezTo>
                    <a:pt x="2708" y="11972"/>
                    <a:pt x="2209" y="11616"/>
                    <a:pt x="2298" y="11135"/>
                  </a:cubicBezTo>
                  <a:lnTo>
                    <a:pt x="2850" y="7928"/>
                  </a:lnTo>
                  <a:cubicBezTo>
                    <a:pt x="2886" y="7732"/>
                    <a:pt x="2815" y="7536"/>
                    <a:pt x="2672" y="7411"/>
                  </a:cubicBezTo>
                  <a:lnTo>
                    <a:pt x="339" y="5131"/>
                  </a:lnTo>
                  <a:cubicBezTo>
                    <a:pt x="0" y="4793"/>
                    <a:pt x="196" y="4205"/>
                    <a:pt x="659" y="4134"/>
                  </a:cubicBezTo>
                  <a:lnTo>
                    <a:pt x="3901" y="3670"/>
                  </a:lnTo>
                  <a:cubicBezTo>
                    <a:pt x="4080" y="3653"/>
                    <a:pt x="4258" y="3528"/>
                    <a:pt x="4347" y="3350"/>
                  </a:cubicBezTo>
                  <a:lnTo>
                    <a:pt x="5790" y="428"/>
                  </a:lnTo>
                  <a:cubicBezTo>
                    <a:pt x="6004" y="1"/>
                    <a:pt x="6609" y="1"/>
                    <a:pt x="6823" y="428"/>
                  </a:cubicBezTo>
                  <a:close/>
                </a:path>
              </a:pathLst>
            </a:custGeom>
            <a:gradFill>
              <a:gsLst>
                <a:gs pos="0">
                  <a:schemeClr val="accent1"/>
                </a:gs>
                <a:gs pos="100000">
                  <a:schemeClr val="l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2304;p68">
              <a:extLst>
                <a:ext uri="{FF2B5EF4-FFF2-40B4-BE49-F238E27FC236}">
                  <a16:creationId xmlns:a16="http://schemas.microsoft.com/office/drawing/2014/main" id="{2F2CE561-96BC-445B-A227-FE4CBDD890ED}"/>
                </a:ext>
              </a:extLst>
            </p:cNvPr>
            <p:cNvSpPr/>
            <p:nvPr/>
          </p:nvSpPr>
          <p:spPr>
            <a:xfrm flipH="1">
              <a:off x="6539588" y="895263"/>
              <a:ext cx="262479" cy="262448"/>
            </a:xfrm>
            <a:custGeom>
              <a:avLst/>
              <a:gdLst/>
              <a:ahLst/>
              <a:cxnLst/>
              <a:rect l="l" t="t" r="r" b="b"/>
              <a:pathLst>
                <a:path w="3065" h="3065" extrusionOk="0">
                  <a:moveTo>
                    <a:pt x="3064" y="1532"/>
                  </a:moveTo>
                  <a:cubicBezTo>
                    <a:pt x="3064" y="2387"/>
                    <a:pt x="2387" y="3064"/>
                    <a:pt x="1532" y="3064"/>
                  </a:cubicBezTo>
                  <a:cubicBezTo>
                    <a:pt x="677" y="3064"/>
                    <a:pt x="0" y="2387"/>
                    <a:pt x="0" y="1532"/>
                  </a:cubicBezTo>
                  <a:cubicBezTo>
                    <a:pt x="0" y="677"/>
                    <a:pt x="677" y="0"/>
                    <a:pt x="1532" y="0"/>
                  </a:cubicBezTo>
                  <a:cubicBezTo>
                    <a:pt x="2387" y="0"/>
                    <a:pt x="3064" y="677"/>
                    <a:pt x="3064" y="1532"/>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2305;p68">
              <a:extLst>
                <a:ext uri="{FF2B5EF4-FFF2-40B4-BE49-F238E27FC236}">
                  <a16:creationId xmlns:a16="http://schemas.microsoft.com/office/drawing/2014/main" id="{F6A03D8D-FF46-4D93-8280-7100C1A6E3AB}"/>
                </a:ext>
              </a:extLst>
            </p:cNvPr>
            <p:cNvSpPr/>
            <p:nvPr/>
          </p:nvSpPr>
          <p:spPr>
            <a:xfrm flipH="1">
              <a:off x="7121719" y="1262631"/>
              <a:ext cx="140247" cy="141086"/>
            </a:xfrm>
            <a:custGeom>
              <a:avLst/>
              <a:gdLst/>
              <a:ahLst/>
              <a:cxnLst/>
              <a:rect l="l" t="t" r="r" b="b"/>
              <a:pathLst>
                <a:path w="3065" h="3083" fill="none" extrusionOk="0">
                  <a:moveTo>
                    <a:pt x="3065" y="1551"/>
                  </a:moveTo>
                  <a:cubicBezTo>
                    <a:pt x="3065" y="2388"/>
                    <a:pt x="2388" y="3083"/>
                    <a:pt x="1533" y="3083"/>
                  </a:cubicBezTo>
                  <a:cubicBezTo>
                    <a:pt x="678" y="3083"/>
                    <a:pt x="1" y="2388"/>
                    <a:pt x="1" y="1551"/>
                  </a:cubicBezTo>
                  <a:cubicBezTo>
                    <a:pt x="1" y="696"/>
                    <a:pt x="678" y="1"/>
                    <a:pt x="1533" y="1"/>
                  </a:cubicBezTo>
                  <a:cubicBezTo>
                    <a:pt x="2388" y="1"/>
                    <a:pt x="3065" y="696"/>
                    <a:pt x="3065" y="1551"/>
                  </a:cubicBezTo>
                  <a:close/>
                </a:path>
              </a:pathLst>
            </a:custGeom>
            <a:noFill/>
            <a:ln w="9525"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 name="Google Shape;2306;p68">
              <a:extLst>
                <a:ext uri="{FF2B5EF4-FFF2-40B4-BE49-F238E27FC236}">
                  <a16:creationId xmlns:a16="http://schemas.microsoft.com/office/drawing/2014/main" id="{6286F470-5EE9-42D5-BCE1-5844EBDBBE7A}"/>
                </a:ext>
              </a:extLst>
            </p:cNvPr>
            <p:cNvGrpSpPr/>
            <p:nvPr/>
          </p:nvGrpSpPr>
          <p:grpSpPr>
            <a:xfrm>
              <a:off x="5994591" y="1496066"/>
              <a:ext cx="1068791" cy="1338198"/>
              <a:chOff x="3443324" y="1093103"/>
              <a:chExt cx="2097725" cy="2626492"/>
            </a:xfrm>
          </p:grpSpPr>
          <p:sp>
            <p:nvSpPr>
              <p:cNvPr id="63" name="Google Shape;2307;p68">
                <a:extLst>
                  <a:ext uri="{FF2B5EF4-FFF2-40B4-BE49-F238E27FC236}">
                    <a16:creationId xmlns:a16="http://schemas.microsoft.com/office/drawing/2014/main" id="{0B065234-B1B4-4D3F-98EA-CC44BE0EDB00}"/>
                  </a:ext>
                </a:extLst>
              </p:cNvPr>
              <p:cNvSpPr/>
              <p:nvPr/>
            </p:nvSpPr>
            <p:spPr>
              <a:xfrm>
                <a:off x="3640350" y="1827963"/>
                <a:ext cx="1704900" cy="1704900"/>
              </a:xfrm>
              <a:prstGeom prst="ellipse">
                <a:avLst/>
              </a:prstGeom>
              <a:gradFill>
                <a:gsLst>
                  <a:gs pos="0">
                    <a:schemeClr val="dk2"/>
                  </a:gs>
                  <a:gs pos="100000">
                    <a:schemeClr val="lt1"/>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2308;p68">
                <a:extLst>
                  <a:ext uri="{FF2B5EF4-FFF2-40B4-BE49-F238E27FC236}">
                    <a16:creationId xmlns:a16="http://schemas.microsoft.com/office/drawing/2014/main" id="{EAA4BABC-8985-4787-893B-14A968DFBCB8}"/>
                  </a:ext>
                </a:extLst>
              </p:cNvPr>
              <p:cNvSpPr/>
              <p:nvPr/>
            </p:nvSpPr>
            <p:spPr>
              <a:xfrm>
                <a:off x="3443324" y="1093103"/>
                <a:ext cx="2097725" cy="2626492"/>
              </a:xfrm>
              <a:custGeom>
                <a:avLst/>
                <a:gdLst/>
                <a:ahLst/>
                <a:cxnLst/>
                <a:rect l="l" t="t" r="r" b="b"/>
                <a:pathLst>
                  <a:path w="15410" h="19294" extrusionOk="0">
                    <a:moveTo>
                      <a:pt x="8569" y="4383"/>
                    </a:moveTo>
                    <a:lnTo>
                      <a:pt x="8569" y="1728"/>
                    </a:lnTo>
                    <a:lnTo>
                      <a:pt x="10885" y="1728"/>
                    </a:lnTo>
                    <a:cubicBezTo>
                      <a:pt x="12043" y="1728"/>
                      <a:pt x="12043" y="0"/>
                      <a:pt x="10885" y="0"/>
                    </a:cubicBezTo>
                    <a:lnTo>
                      <a:pt x="4543" y="0"/>
                    </a:lnTo>
                    <a:cubicBezTo>
                      <a:pt x="3385" y="0"/>
                      <a:pt x="3385" y="1728"/>
                      <a:pt x="4543" y="1728"/>
                    </a:cubicBezTo>
                    <a:lnTo>
                      <a:pt x="6841" y="1728"/>
                    </a:lnTo>
                    <a:lnTo>
                      <a:pt x="6841" y="4383"/>
                    </a:lnTo>
                    <a:cubicBezTo>
                      <a:pt x="2904" y="4828"/>
                      <a:pt x="0" y="8284"/>
                      <a:pt x="232" y="12239"/>
                    </a:cubicBezTo>
                    <a:cubicBezTo>
                      <a:pt x="464" y="16211"/>
                      <a:pt x="3741" y="19293"/>
                      <a:pt x="7714" y="19293"/>
                    </a:cubicBezTo>
                    <a:cubicBezTo>
                      <a:pt x="11687" y="19293"/>
                      <a:pt x="14964" y="16211"/>
                      <a:pt x="15196" y="12239"/>
                    </a:cubicBezTo>
                    <a:cubicBezTo>
                      <a:pt x="15410" y="8284"/>
                      <a:pt x="12524" y="4828"/>
                      <a:pt x="8569" y="4383"/>
                    </a:cubicBezTo>
                    <a:close/>
                    <a:moveTo>
                      <a:pt x="7714" y="17565"/>
                    </a:moveTo>
                    <a:cubicBezTo>
                      <a:pt x="2583" y="17565"/>
                      <a:pt x="0" y="11366"/>
                      <a:pt x="3635" y="7732"/>
                    </a:cubicBezTo>
                    <a:cubicBezTo>
                      <a:pt x="7269" y="4098"/>
                      <a:pt x="13468" y="6681"/>
                      <a:pt x="13468" y="11811"/>
                    </a:cubicBezTo>
                    <a:cubicBezTo>
                      <a:pt x="13468" y="14982"/>
                      <a:pt x="10885" y="17565"/>
                      <a:pt x="7714" y="17565"/>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2309;p68">
                <a:extLst>
                  <a:ext uri="{FF2B5EF4-FFF2-40B4-BE49-F238E27FC236}">
                    <a16:creationId xmlns:a16="http://schemas.microsoft.com/office/drawing/2014/main" id="{2B76305D-3034-4631-89A9-C6E571E2785C}"/>
                  </a:ext>
                </a:extLst>
              </p:cNvPr>
              <p:cNvSpPr/>
              <p:nvPr/>
            </p:nvSpPr>
            <p:spPr>
              <a:xfrm>
                <a:off x="4345468" y="2562726"/>
                <a:ext cx="666889" cy="235369"/>
              </a:xfrm>
              <a:custGeom>
                <a:avLst/>
                <a:gdLst/>
                <a:ahLst/>
                <a:cxnLst/>
                <a:rect l="l" t="t" r="r" b="b"/>
                <a:pathLst>
                  <a:path w="4899" h="1729" fill="none" extrusionOk="0">
                    <a:moveTo>
                      <a:pt x="3741" y="0"/>
                    </a:moveTo>
                    <a:lnTo>
                      <a:pt x="1158" y="0"/>
                    </a:lnTo>
                    <a:cubicBezTo>
                      <a:pt x="0" y="0"/>
                      <a:pt x="0" y="1728"/>
                      <a:pt x="1158" y="1728"/>
                    </a:cubicBezTo>
                    <a:lnTo>
                      <a:pt x="3741" y="1728"/>
                    </a:lnTo>
                    <a:cubicBezTo>
                      <a:pt x="4899" y="1728"/>
                      <a:pt x="4899" y="0"/>
                      <a:pt x="3741" y="0"/>
                    </a:cubicBezTo>
                    <a:close/>
                  </a:path>
                </a:pathLst>
              </a:custGeom>
              <a:solidFill>
                <a:schemeClr val="dk2"/>
              </a:solidFill>
              <a:ln w="5800" cap="flat" cmpd="sng">
                <a:solidFill>
                  <a:schemeClr val="dk1"/>
                </a:solidFill>
                <a:prstDash val="solid"/>
                <a:miter lim="1781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2310;p68">
                <a:extLst>
                  <a:ext uri="{FF2B5EF4-FFF2-40B4-BE49-F238E27FC236}">
                    <a16:creationId xmlns:a16="http://schemas.microsoft.com/office/drawing/2014/main" id="{98991A4E-ECD6-433E-B98C-D4B9E9B646A9}"/>
                  </a:ext>
                </a:extLst>
              </p:cNvPr>
              <p:cNvSpPr/>
              <p:nvPr/>
            </p:nvSpPr>
            <p:spPr>
              <a:xfrm>
                <a:off x="4370903" y="2215908"/>
                <a:ext cx="243804" cy="588762"/>
              </a:xfrm>
              <a:custGeom>
                <a:avLst/>
                <a:gdLst/>
                <a:ahLst/>
                <a:cxnLst/>
                <a:rect l="l" t="t" r="r" b="b"/>
                <a:pathLst>
                  <a:path w="1791" h="4325" extrusionOk="0">
                    <a:moveTo>
                      <a:pt x="898" y="0"/>
                    </a:moveTo>
                    <a:cubicBezTo>
                      <a:pt x="450" y="0"/>
                      <a:pt x="0" y="303"/>
                      <a:pt x="27" y="909"/>
                    </a:cubicBezTo>
                    <a:lnTo>
                      <a:pt x="27" y="3510"/>
                    </a:lnTo>
                    <a:cubicBezTo>
                      <a:pt x="54" y="4053"/>
                      <a:pt x="472" y="4325"/>
                      <a:pt x="891" y="4325"/>
                    </a:cubicBezTo>
                    <a:cubicBezTo>
                      <a:pt x="1310" y="4325"/>
                      <a:pt x="1728" y="4053"/>
                      <a:pt x="1755" y="3510"/>
                    </a:cubicBezTo>
                    <a:lnTo>
                      <a:pt x="1755" y="909"/>
                    </a:lnTo>
                    <a:cubicBezTo>
                      <a:pt x="1791" y="303"/>
                      <a:pt x="1345" y="0"/>
                      <a:pt x="898" y="0"/>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 name="Google Shape;2311;p68">
              <a:extLst>
                <a:ext uri="{FF2B5EF4-FFF2-40B4-BE49-F238E27FC236}">
                  <a16:creationId xmlns:a16="http://schemas.microsoft.com/office/drawing/2014/main" id="{737518A8-9D1E-4B0C-8FEA-7EC020FA55C9}"/>
                </a:ext>
              </a:extLst>
            </p:cNvPr>
            <p:cNvSpPr/>
            <p:nvPr/>
          </p:nvSpPr>
          <p:spPr>
            <a:xfrm rot="7198898">
              <a:off x="7705699" y="847506"/>
              <a:ext cx="700377" cy="696805"/>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2312;p68">
              <a:extLst>
                <a:ext uri="{FF2B5EF4-FFF2-40B4-BE49-F238E27FC236}">
                  <a16:creationId xmlns:a16="http://schemas.microsoft.com/office/drawing/2014/main" id="{57BE2D98-B612-4E8A-83AD-D522A9C4562C}"/>
                </a:ext>
              </a:extLst>
            </p:cNvPr>
            <p:cNvSpPr/>
            <p:nvPr/>
          </p:nvSpPr>
          <p:spPr>
            <a:xfrm rot="7201932">
              <a:off x="8143687" y="1509265"/>
              <a:ext cx="371928" cy="370031"/>
            </a:xfrm>
            <a:custGeom>
              <a:avLst/>
              <a:gdLst/>
              <a:ahLst/>
              <a:cxnLst/>
              <a:rect l="l" t="t" r="r" b="b"/>
              <a:pathLst>
                <a:path w="207404" h="206346" extrusionOk="0">
                  <a:moveTo>
                    <a:pt x="103944" y="65896"/>
                  </a:moveTo>
                  <a:cubicBezTo>
                    <a:pt x="114099" y="65896"/>
                    <a:pt x="124406" y="70041"/>
                    <a:pt x="132114" y="79198"/>
                  </a:cubicBezTo>
                  <a:cubicBezTo>
                    <a:pt x="145426" y="94943"/>
                    <a:pt x="143422" y="118417"/>
                    <a:pt x="127677" y="131728"/>
                  </a:cubicBezTo>
                  <a:lnTo>
                    <a:pt x="127677" y="131585"/>
                  </a:lnTo>
                  <a:cubicBezTo>
                    <a:pt x="120415" y="137698"/>
                    <a:pt x="112071" y="140425"/>
                    <a:pt x="103930" y="140425"/>
                  </a:cubicBezTo>
                  <a:cubicBezTo>
                    <a:pt x="83668" y="140425"/>
                    <a:pt x="64659" y="123539"/>
                    <a:pt x="66701" y="99952"/>
                  </a:cubicBezTo>
                  <a:cubicBezTo>
                    <a:pt x="68530" y="78838"/>
                    <a:pt x="86000" y="65896"/>
                    <a:pt x="103944" y="65896"/>
                  </a:cubicBezTo>
                  <a:close/>
                  <a:moveTo>
                    <a:pt x="102774" y="1"/>
                  </a:moveTo>
                  <a:cubicBezTo>
                    <a:pt x="96620" y="1"/>
                    <a:pt x="91449" y="4960"/>
                    <a:pt x="91178" y="11209"/>
                  </a:cubicBezTo>
                  <a:lnTo>
                    <a:pt x="90891" y="17507"/>
                  </a:lnTo>
                  <a:cubicBezTo>
                    <a:pt x="90748" y="22516"/>
                    <a:pt x="87456" y="26810"/>
                    <a:pt x="82589" y="28242"/>
                  </a:cubicBezTo>
                  <a:cubicBezTo>
                    <a:pt x="81015" y="28671"/>
                    <a:pt x="79297" y="29244"/>
                    <a:pt x="77723" y="29816"/>
                  </a:cubicBezTo>
                  <a:cubicBezTo>
                    <a:pt x="76506" y="30222"/>
                    <a:pt x="75252" y="30418"/>
                    <a:pt x="74008" y="30418"/>
                  </a:cubicBezTo>
                  <a:cubicBezTo>
                    <a:pt x="70424" y="30418"/>
                    <a:pt x="66929" y="28784"/>
                    <a:pt x="64698" y="25808"/>
                  </a:cubicBezTo>
                  <a:lnTo>
                    <a:pt x="60976" y="20799"/>
                  </a:lnTo>
                  <a:cubicBezTo>
                    <a:pt x="58608" y="17777"/>
                    <a:pt x="55122" y="16200"/>
                    <a:pt x="51633" y="16200"/>
                  </a:cubicBezTo>
                  <a:cubicBezTo>
                    <a:pt x="49008" y="16200"/>
                    <a:pt x="46381" y="17094"/>
                    <a:pt x="44229" y="18938"/>
                  </a:cubicBezTo>
                  <a:lnTo>
                    <a:pt x="30918" y="30102"/>
                  </a:lnTo>
                  <a:cubicBezTo>
                    <a:pt x="25908" y="34396"/>
                    <a:pt x="25335" y="41983"/>
                    <a:pt x="29773" y="46849"/>
                  </a:cubicBezTo>
                  <a:lnTo>
                    <a:pt x="34067" y="51573"/>
                  </a:lnTo>
                  <a:cubicBezTo>
                    <a:pt x="37502" y="55151"/>
                    <a:pt x="38218" y="60590"/>
                    <a:pt x="35784" y="64884"/>
                  </a:cubicBezTo>
                  <a:cubicBezTo>
                    <a:pt x="34925" y="66459"/>
                    <a:pt x="34067" y="68033"/>
                    <a:pt x="33351" y="69465"/>
                  </a:cubicBezTo>
                  <a:cubicBezTo>
                    <a:pt x="31443" y="73536"/>
                    <a:pt x="27385" y="76024"/>
                    <a:pt x="23089" y="76024"/>
                  </a:cubicBezTo>
                  <a:cubicBezTo>
                    <a:pt x="22552" y="76024"/>
                    <a:pt x="22011" y="75985"/>
                    <a:pt x="21471" y="75906"/>
                  </a:cubicBezTo>
                  <a:lnTo>
                    <a:pt x="15173" y="75047"/>
                  </a:lnTo>
                  <a:cubicBezTo>
                    <a:pt x="14730" y="74999"/>
                    <a:pt x="14290" y="74975"/>
                    <a:pt x="13855" y="74975"/>
                  </a:cubicBezTo>
                  <a:cubicBezTo>
                    <a:pt x="7823" y="74975"/>
                    <a:pt x="2682" y="79498"/>
                    <a:pt x="2147" y="85639"/>
                  </a:cubicBezTo>
                  <a:lnTo>
                    <a:pt x="573" y="102958"/>
                  </a:lnTo>
                  <a:cubicBezTo>
                    <a:pt x="0" y="109542"/>
                    <a:pt x="5153" y="115268"/>
                    <a:pt x="11738" y="115554"/>
                  </a:cubicBezTo>
                  <a:lnTo>
                    <a:pt x="18036" y="115840"/>
                  </a:lnTo>
                  <a:cubicBezTo>
                    <a:pt x="23045" y="115984"/>
                    <a:pt x="27339" y="119419"/>
                    <a:pt x="28771" y="124142"/>
                  </a:cubicBezTo>
                  <a:cubicBezTo>
                    <a:pt x="29200" y="125860"/>
                    <a:pt x="29773" y="127434"/>
                    <a:pt x="30345" y="129152"/>
                  </a:cubicBezTo>
                  <a:cubicBezTo>
                    <a:pt x="31920" y="133875"/>
                    <a:pt x="30345" y="139028"/>
                    <a:pt x="26337" y="142034"/>
                  </a:cubicBezTo>
                  <a:lnTo>
                    <a:pt x="21328" y="146042"/>
                  </a:lnTo>
                  <a:cubicBezTo>
                    <a:pt x="16032" y="150050"/>
                    <a:pt x="15316" y="157636"/>
                    <a:pt x="19610" y="162789"/>
                  </a:cubicBezTo>
                  <a:lnTo>
                    <a:pt x="30775" y="175957"/>
                  </a:lnTo>
                  <a:cubicBezTo>
                    <a:pt x="33020" y="178745"/>
                    <a:pt x="36313" y="180150"/>
                    <a:pt x="39634" y="180150"/>
                  </a:cubicBezTo>
                  <a:cubicBezTo>
                    <a:pt x="42451" y="180150"/>
                    <a:pt x="45288" y="179139"/>
                    <a:pt x="47521" y="177102"/>
                  </a:cubicBezTo>
                  <a:lnTo>
                    <a:pt x="52102" y="172808"/>
                  </a:lnTo>
                  <a:cubicBezTo>
                    <a:pt x="54335" y="170747"/>
                    <a:pt x="57134" y="169717"/>
                    <a:pt x="59975" y="169717"/>
                  </a:cubicBezTo>
                  <a:cubicBezTo>
                    <a:pt x="61869" y="169717"/>
                    <a:pt x="63782" y="170175"/>
                    <a:pt x="65556" y="171091"/>
                  </a:cubicBezTo>
                  <a:cubicBezTo>
                    <a:pt x="66988" y="171949"/>
                    <a:pt x="68562" y="172808"/>
                    <a:pt x="70137" y="173524"/>
                  </a:cubicBezTo>
                  <a:cubicBezTo>
                    <a:pt x="74574" y="175671"/>
                    <a:pt x="77150" y="180538"/>
                    <a:pt x="76578" y="185404"/>
                  </a:cubicBezTo>
                  <a:lnTo>
                    <a:pt x="75719" y="191702"/>
                  </a:lnTo>
                  <a:cubicBezTo>
                    <a:pt x="74860" y="198286"/>
                    <a:pt x="79727" y="204155"/>
                    <a:pt x="86311" y="204727"/>
                  </a:cubicBezTo>
                  <a:lnTo>
                    <a:pt x="103487" y="206302"/>
                  </a:lnTo>
                  <a:cubicBezTo>
                    <a:pt x="103830" y="206331"/>
                    <a:pt x="104170" y="206345"/>
                    <a:pt x="104508" y="206345"/>
                  </a:cubicBezTo>
                  <a:cubicBezTo>
                    <a:pt x="110784" y="206345"/>
                    <a:pt x="115955" y="201386"/>
                    <a:pt x="116226" y="195137"/>
                  </a:cubicBezTo>
                  <a:lnTo>
                    <a:pt x="116513" y="188839"/>
                  </a:lnTo>
                  <a:cubicBezTo>
                    <a:pt x="116656" y="183830"/>
                    <a:pt x="119948" y="179536"/>
                    <a:pt x="124814" y="178104"/>
                  </a:cubicBezTo>
                  <a:cubicBezTo>
                    <a:pt x="126389" y="177675"/>
                    <a:pt x="128107" y="177102"/>
                    <a:pt x="129681" y="176530"/>
                  </a:cubicBezTo>
                  <a:cubicBezTo>
                    <a:pt x="130897" y="176124"/>
                    <a:pt x="132142" y="175928"/>
                    <a:pt x="133372" y="175928"/>
                  </a:cubicBezTo>
                  <a:cubicBezTo>
                    <a:pt x="136916" y="175928"/>
                    <a:pt x="140331" y="177562"/>
                    <a:pt x="142563" y="180538"/>
                  </a:cubicBezTo>
                  <a:lnTo>
                    <a:pt x="146428" y="185547"/>
                  </a:lnTo>
                  <a:cubicBezTo>
                    <a:pt x="148785" y="188473"/>
                    <a:pt x="152249" y="190014"/>
                    <a:pt x="155720" y="190014"/>
                  </a:cubicBezTo>
                  <a:cubicBezTo>
                    <a:pt x="158363" y="190014"/>
                    <a:pt x="161009" y="189121"/>
                    <a:pt x="163175" y="187265"/>
                  </a:cubicBezTo>
                  <a:lnTo>
                    <a:pt x="176486" y="176100"/>
                  </a:lnTo>
                  <a:cubicBezTo>
                    <a:pt x="181496" y="171806"/>
                    <a:pt x="182068" y="164220"/>
                    <a:pt x="177488" y="159354"/>
                  </a:cubicBezTo>
                  <a:lnTo>
                    <a:pt x="173337" y="154773"/>
                  </a:lnTo>
                  <a:cubicBezTo>
                    <a:pt x="169902" y="151052"/>
                    <a:pt x="169186" y="145613"/>
                    <a:pt x="171620" y="141318"/>
                  </a:cubicBezTo>
                  <a:cubicBezTo>
                    <a:pt x="172478" y="139744"/>
                    <a:pt x="173337" y="138313"/>
                    <a:pt x="174053" y="136738"/>
                  </a:cubicBezTo>
                  <a:cubicBezTo>
                    <a:pt x="175961" y="132667"/>
                    <a:pt x="180019" y="130179"/>
                    <a:pt x="184315" y="130179"/>
                  </a:cubicBezTo>
                  <a:cubicBezTo>
                    <a:pt x="184852" y="130179"/>
                    <a:pt x="185392" y="130218"/>
                    <a:pt x="185933" y="130297"/>
                  </a:cubicBezTo>
                  <a:lnTo>
                    <a:pt x="192231" y="131156"/>
                  </a:lnTo>
                  <a:cubicBezTo>
                    <a:pt x="192739" y="131222"/>
                    <a:pt x="193242" y="131254"/>
                    <a:pt x="193739" y="131254"/>
                  </a:cubicBezTo>
                  <a:cubicBezTo>
                    <a:pt x="199689" y="131254"/>
                    <a:pt x="204728" y="126641"/>
                    <a:pt x="205256" y="120564"/>
                  </a:cubicBezTo>
                  <a:lnTo>
                    <a:pt x="206831" y="103245"/>
                  </a:lnTo>
                  <a:cubicBezTo>
                    <a:pt x="207403" y="96660"/>
                    <a:pt x="202251" y="90935"/>
                    <a:pt x="195666" y="90649"/>
                  </a:cubicBezTo>
                  <a:lnTo>
                    <a:pt x="189368" y="90362"/>
                  </a:lnTo>
                  <a:cubicBezTo>
                    <a:pt x="184359" y="90219"/>
                    <a:pt x="180065" y="86927"/>
                    <a:pt x="178633" y="82060"/>
                  </a:cubicBezTo>
                  <a:cubicBezTo>
                    <a:pt x="178204" y="80343"/>
                    <a:pt x="177631" y="78768"/>
                    <a:pt x="177059" y="77194"/>
                  </a:cubicBezTo>
                  <a:cubicBezTo>
                    <a:pt x="175484" y="72470"/>
                    <a:pt x="177059" y="67174"/>
                    <a:pt x="181067" y="64169"/>
                  </a:cubicBezTo>
                  <a:lnTo>
                    <a:pt x="185933" y="60447"/>
                  </a:lnTo>
                  <a:cubicBezTo>
                    <a:pt x="191229" y="56296"/>
                    <a:pt x="192088" y="48710"/>
                    <a:pt x="187794" y="43700"/>
                  </a:cubicBezTo>
                  <a:lnTo>
                    <a:pt x="176629" y="30389"/>
                  </a:lnTo>
                  <a:cubicBezTo>
                    <a:pt x="174288" y="27657"/>
                    <a:pt x="170967" y="26244"/>
                    <a:pt x="167642" y="26244"/>
                  </a:cubicBezTo>
                  <a:cubicBezTo>
                    <a:pt x="164870" y="26244"/>
                    <a:pt x="162095" y="27226"/>
                    <a:pt x="159883" y="29244"/>
                  </a:cubicBezTo>
                  <a:lnTo>
                    <a:pt x="155302" y="33538"/>
                  </a:lnTo>
                  <a:cubicBezTo>
                    <a:pt x="153069" y="35599"/>
                    <a:pt x="150218" y="36629"/>
                    <a:pt x="147367" y="36629"/>
                  </a:cubicBezTo>
                  <a:cubicBezTo>
                    <a:pt x="145466" y="36629"/>
                    <a:pt x="143565" y="36171"/>
                    <a:pt x="141847" y="35255"/>
                  </a:cubicBezTo>
                  <a:cubicBezTo>
                    <a:pt x="140273" y="34396"/>
                    <a:pt x="138842" y="33538"/>
                    <a:pt x="137267" y="32822"/>
                  </a:cubicBezTo>
                  <a:cubicBezTo>
                    <a:pt x="132687" y="30675"/>
                    <a:pt x="130110" y="25808"/>
                    <a:pt x="130826" y="20942"/>
                  </a:cubicBezTo>
                  <a:lnTo>
                    <a:pt x="131685" y="14644"/>
                  </a:lnTo>
                  <a:cubicBezTo>
                    <a:pt x="132544" y="8060"/>
                    <a:pt x="127677" y="2191"/>
                    <a:pt x="121093" y="1618"/>
                  </a:cubicBezTo>
                  <a:lnTo>
                    <a:pt x="103774" y="44"/>
                  </a:lnTo>
                  <a:cubicBezTo>
                    <a:pt x="103438" y="15"/>
                    <a:pt x="103104" y="1"/>
                    <a:pt x="10277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177295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Data Analysis for Business by Slidesgo">
  <a:themeElements>
    <a:clrScheme name="Simple Light">
      <a:dk1>
        <a:srgbClr val="FFFFFF"/>
      </a:dk1>
      <a:lt1>
        <a:srgbClr val="0E166C"/>
      </a:lt1>
      <a:dk2>
        <a:srgbClr val="921D87"/>
      </a:dk2>
      <a:lt2>
        <a:srgbClr val="FFB632"/>
      </a:lt2>
      <a:accent1>
        <a:srgbClr val="FFE485"/>
      </a:accent1>
      <a:accent2>
        <a:srgbClr val="BE7AF3"/>
      </a:accent2>
      <a:accent3>
        <a:srgbClr val="51127C"/>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689</TotalTime>
  <Words>1436</Words>
  <Application>Microsoft Office PowerPoint</Application>
  <PresentationFormat>Affichage à l'écran (16:9)</PresentationFormat>
  <Paragraphs>247</Paragraphs>
  <Slides>25</Slides>
  <Notes>25</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25</vt:i4>
      </vt:variant>
    </vt:vector>
  </HeadingPairs>
  <TitlesOfParts>
    <vt:vector size="32" baseType="lpstr">
      <vt:lpstr>Bebas Neue</vt:lpstr>
      <vt:lpstr>Söhne</vt:lpstr>
      <vt:lpstr>Anaheim</vt:lpstr>
      <vt:lpstr>Arial Black</vt:lpstr>
      <vt:lpstr>Arial</vt:lpstr>
      <vt:lpstr>Arimo</vt:lpstr>
      <vt:lpstr>Data Analysis for Business by Slidesgo</vt:lpstr>
      <vt:lpstr>       POWER  Bi</vt:lpstr>
      <vt:lpstr>PLAN</vt:lpstr>
      <vt:lpstr>INTRODUCTION</vt:lpstr>
      <vt:lpstr>Présentation PowerPoint</vt:lpstr>
      <vt:lpstr>Présentation PowerPoint</vt:lpstr>
      <vt:lpstr>Présentation PowerPoint</vt:lpstr>
      <vt:lpstr>POWER BI</vt:lpstr>
      <vt:lpstr>POWER BI</vt:lpstr>
      <vt:lpstr>Composants clés de Power BI. </vt:lpstr>
      <vt:lpstr>Power bi desktop</vt:lpstr>
      <vt:lpstr>Power bi SERVICE</vt:lpstr>
      <vt:lpstr>Power bi MOBILE</vt:lpstr>
      <vt:lpstr>Fonctionnalités principales de Power BI . </vt:lpstr>
      <vt:lpstr>POWERBI VS TABLEAU</vt:lpstr>
      <vt:lpstr>Power BI </vt:lpstr>
      <vt:lpstr>Power BI </vt:lpstr>
      <vt:lpstr>Power BI </vt:lpstr>
      <vt:lpstr>Power BI </vt:lpstr>
      <vt:lpstr>Avantages et Inconvénients de POWERBI</vt:lpstr>
      <vt:lpstr>Avantages de POWERBI</vt:lpstr>
      <vt:lpstr>Inconvénients de POWERBI</vt:lpstr>
      <vt:lpstr>Conclusion</vt:lpstr>
      <vt:lpstr>Présentation PowerPoint</vt:lpstr>
      <vt:lpstr>Atelier</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ANALYSIS FOR BUSINESS</dc:title>
  <cp:lastModifiedBy>DELL</cp:lastModifiedBy>
  <cp:revision>34</cp:revision>
  <dcterms:modified xsi:type="dcterms:W3CDTF">2023-12-11T12:48:12Z</dcterms:modified>
</cp:coreProperties>
</file>